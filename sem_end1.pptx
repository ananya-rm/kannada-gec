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94" r:id="rId2"/>
    <p:sldId id="257" r:id="rId3"/>
    <p:sldId id="344" r:id="rId4"/>
    <p:sldId id="271" r:id="rId5"/>
    <p:sldId id="266" r:id="rId6"/>
    <p:sldId id="347" r:id="rId7"/>
    <p:sldId id="341" r:id="rId8"/>
    <p:sldId id="342" r:id="rId9"/>
    <p:sldId id="343" r:id="rId10"/>
    <p:sldId id="350" r:id="rId11"/>
    <p:sldId id="305" r:id="rId12"/>
    <p:sldId id="348" r:id="rId13"/>
    <p:sldId id="349" r:id="rId14"/>
    <p:sldId id="351" r:id="rId15"/>
    <p:sldId id="306" r:id="rId16"/>
    <p:sldId id="307" r:id="rId17"/>
    <p:sldId id="308" r:id="rId18"/>
    <p:sldId id="338" r:id="rId19"/>
    <p:sldId id="309" r:id="rId20"/>
    <p:sldId id="322" r:id="rId21"/>
    <p:sldId id="329" r:id="rId22"/>
    <p:sldId id="296" r:id="rId23"/>
    <p:sldId id="298" r:id="rId24"/>
    <p:sldId id="299" r:id="rId25"/>
    <p:sldId id="327" r:id="rId26"/>
    <p:sldId id="328" r:id="rId27"/>
    <p:sldId id="330" r:id="rId28"/>
    <p:sldId id="323" r:id="rId29"/>
    <p:sldId id="324" r:id="rId30"/>
    <p:sldId id="331" r:id="rId31"/>
    <p:sldId id="332" r:id="rId32"/>
    <p:sldId id="325" r:id="rId33"/>
    <p:sldId id="326" r:id="rId34"/>
    <p:sldId id="339" r:id="rId35"/>
    <p:sldId id="333" r:id="rId36"/>
    <p:sldId id="334" r:id="rId37"/>
    <p:sldId id="340" r:id="rId38"/>
    <p:sldId id="345" r:id="rId39"/>
    <p:sldId id="346" r:id="rId40"/>
    <p:sldId id="335" r:id="rId41"/>
    <p:sldId id="336" r:id="rId42"/>
    <p:sldId id="337" r:id="rId43"/>
    <p:sldId id="353" r:id="rId44"/>
    <p:sldId id="352" r:id="rId45"/>
    <p:sldId id="312" r:id="rId46"/>
    <p:sldId id="354" r:id="rId47"/>
    <p:sldId id="355" r:id="rId48"/>
    <p:sldId id="35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332FCD-6E2C-44E4-90C2-03A428C0D790}">
          <p14:sldIdLst>
            <p14:sldId id="294"/>
            <p14:sldId id="257"/>
            <p14:sldId id="344"/>
            <p14:sldId id="271"/>
            <p14:sldId id="266"/>
            <p14:sldId id="347"/>
            <p14:sldId id="341"/>
            <p14:sldId id="342"/>
            <p14:sldId id="343"/>
            <p14:sldId id="350"/>
            <p14:sldId id="305"/>
            <p14:sldId id="348"/>
            <p14:sldId id="349"/>
            <p14:sldId id="351"/>
            <p14:sldId id="306"/>
            <p14:sldId id="307"/>
            <p14:sldId id="308"/>
            <p14:sldId id="338"/>
            <p14:sldId id="309"/>
            <p14:sldId id="322"/>
            <p14:sldId id="329"/>
            <p14:sldId id="296"/>
            <p14:sldId id="298"/>
            <p14:sldId id="299"/>
            <p14:sldId id="327"/>
            <p14:sldId id="328"/>
            <p14:sldId id="330"/>
            <p14:sldId id="323"/>
            <p14:sldId id="324"/>
            <p14:sldId id="331"/>
            <p14:sldId id="332"/>
            <p14:sldId id="325"/>
            <p14:sldId id="326"/>
            <p14:sldId id="339"/>
            <p14:sldId id="333"/>
            <p14:sldId id="334"/>
            <p14:sldId id="340"/>
            <p14:sldId id="345"/>
            <p14:sldId id="346"/>
            <p14:sldId id="335"/>
            <p14:sldId id="336"/>
            <p14:sldId id="337"/>
            <p14:sldId id="353"/>
            <p14:sldId id="352"/>
            <p14:sldId id="312"/>
            <p14:sldId id="354"/>
            <p14:sldId id="355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62" d="100"/>
          <a:sy n="62" d="100"/>
        </p:scale>
        <p:origin x="9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114A9-961C-4FF0-BF61-BD6647DEB70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4F2AAF-4ED6-439E-AD6F-17F17DFAE776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Contextual Understanding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D926FD-69C2-48D8-820A-5C760CC83F13}" type="parTrans" cxnId="{AF260BFF-708C-4FD6-A204-85BF51B5C031}">
      <dgm:prSet/>
      <dgm:spPr/>
      <dgm:t>
        <a:bodyPr/>
        <a:lstStyle/>
        <a:p>
          <a:endParaRPr lang="en-US"/>
        </a:p>
      </dgm:t>
    </dgm:pt>
    <dgm:pt modelId="{30F4CEA7-820A-488D-93C6-172071A6171B}" type="sibTrans" cxnId="{AF260BFF-708C-4FD6-A204-85BF51B5C031}">
      <dgm:prSet/>
      <dgm:spPr/>
      <dgm:t>
        <a:bodyPr/>
        <a:lstStyle/>
        <a:p>
          <a:endParaRPr lang="en-US"/>
        </a:p>
      </dgm:t>
    </dgm:pt>
    <dgm:pt modelId="{D6C7ED8A-3687-4959-82ED-A32813821534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Ambiguity Resolution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08C9F3-AF25-46B2-BC72-8577BE789CA5}" type="parTrans" cxnId="{5DD8C021-144C-469A-9D46-BD773B5096D4}">
      <dgm:prSet/>
      <dgm:spPr/>
      <dgm:t>
        <a:bodyPr/>
        <a:lstStyle/>
        <a:p>
          <a:endParaRPr lang="en-US"/>
        </a:p>
      </dgm:t>
    </dgm:pt>
    <dgm:pt modelId="{9273597D-0970-4E21-84C8-532BEDDBB897}" type="sibTrans" cxnId="{5DD8C021-144C-469A-9D46-BD773B5096D4}">
      <dgm:prSet/>
      <dgm:spPr/>
      <dgm:t>
        <a:bodyPr/>
        <a:lstStyle/>
        <a:p>
          <a:endParaRPr lang="en-US"/>
        </a:p>
      </dgm:t>
    </dgm:pt>
    <dgm:pt modelId="{1C10F7F1-17F5-4993-A222-E1BF57622093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Non-Standard Language and Creativity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4FC68A-02FE-4885-BD75-8DAD101A3A3A}" type="parTrans" cxnId="{7E339AA2-2C24-4F45-83B9-CCEEAD24FDC5}">
      <dgm:prSet/>
      <dgm:spPr/>
      <dgm:t>
        <a:bodyPr/>
        <a:lstStyle/>
        <a:p>
          <a:endParaRPr lang="en-US"/>
        </a:p>
      </dgm:t>
    </dgm:pt>
    <dgm:pt modelId="{B9B7FBEB-77FA-4E76-9234-99EB9426DC2E}" type="sibTrans" cxnId="{7E339AA2-2C24-4F45-83B9-CCEEAD24FDC5}">
      <dgm:prSet/>
      <dgm:spPr/>
      <dgm:t>
        <a:bodyPr/>
        <a:lstStyle/>
        <a:p>
          <a:endParaRPr lang="en-US"/>
        </a:p>
      </dgm:t>
    </dgm:pt>
    <dgm:pt modelId="{AFF34CDA-B7E2-437F-876B-80FB89DF91A3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Handling Style Variations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71014D-39EF-4DDC-922A-0C41DCB42D87}" type="parTrans" cxnId="{A9217157-D7D5-4F25-9D10-C9360734778E}">
      <dgm:prSet/>
      <dgm:spPr/>
      <dgm:t>
        <a:bodyPr/>
        <a:lstStyle/>
        <a:p>
          <a:endParaRPr lang="en-US"/>
        </a:p>
      </dgm:t>
    </dgm:pt>
    <dgm:pt modelId="{48598C79-8686-44FD-AC74-ECF2A0C12D52}" type="sibTrans" cxnId="{A9217157-D7D5-4F25-9D10-C9360734778E}">
      <dgm:prSet/>
      <dgm:spPr/>
      <dgm:t>
        <a:bodyPr/>
        <a:lstStyle/>
        <a:p>
          <a:endParaRPr lang="en-US"/>
        </a:p>
      </dgm:t>
    </dgm:pt>
    <dgm:pt modelId="{A42AB3C1-4B4D-4D63-B856-853917F9365D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Availability of Training Data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982ADE-82AE-4517-B88F-819F7F3C6CF0}" type="parTrans" cxnId="{69BFD3CB-7043-4BF7-903F-9D13CB1FF1FB}">
      <dgm:prSet/>
      <dgm:spPr/>
      <dgm:t>
        <a:bodyPr/>
        <a:lstStyle/>
        <a:p>
          <a:endParaRPr lang="en-US"/>
        </a:p>
      </dgm:t>
    </dgm:pt>
    <dgm:pt modelId="{C5DB6DA2-161E-4844-B9A2-E1864442A562}" type="sibTrans" cxnId="{69BFD3CB-7043-4BF7-903F-9D13CB1FF1FB}">
      <dgm:prSet/>
      <dgm:spPr/>
      <dgm:t>
        <a:bodyPr/>
        <a:lstStyle/>
        <a:p>
          <a:endParaRPr lang="en-US"/>
        </a:p>
      </dgm:t>
    </dgm:pt>
    <dgm:pt modelId="{96793BEB-C7C4-4355-9A30-5C5B4E75E679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Idiomatic Expressions and Colloquialisms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A29228-A675-4085-94C4-24BCF46E8206}" type="parTrans" cxnId="{CDB65B59-5624-424E-8BD4-65EC1E84ACB1}">
      <dgm:prSet/>
      <dgm:spPr/>
      <dgm:t>
        <a:bodyPr/>
        <a:lstStyle/>
        <a:p>
          <a:endParaRPr lang="en-US"/>
        </a:p>
      </dgm:t>
    </dgm:pt>
    <dgm:pt modelId="{E17BB0BF-79CD-4F02-B17F-68469F04580A}" type="sibTrans" cxnId="{CDB65B59-5624-424E-8BD4-65EC1E84ACB1}">
      <dgm:prSet/>
      <dgm:spPr/>
      <dgm:t>
        <a:bodyPr/>
        <a:lstStyle/>
        <a:p>
          <a:endParaRPr lang="en-US"/>
        </a:p>
      </dgm:t>
    </dgm:pt>
    <dgm:pt modelId="{79347791-F88B-45D6-B1FE-4087E2181A60}" type="pres">
      <dgm:prSet presAssocID="{E54114A9-961C-4FF0-BF61-BD6647DEB700}" presName="root" presStyleCnt="0">
        <dgm:presLayoutVars>
          <dgm:dir/>
          <dgm:resizeHandles val="exact"/>
        </dgm:presLayoutVars>
      </dgm:prSet>
      <dgm:spPr/>
    </dgm:pt>
    <dgm:pt modelId="{4E3F5370-5F34-4539-80F5-426887A1C0E3}" type="pres">
      <dgm:prSet presAssocID="{E54114A9-961C-4FF0-BF61-BD6647DEB700}" presName="container" presStyleCnt="0">
        <dgm:presLayoutVars>
          <dgm:dir/>
          <dgm:resizeHandles val="exact"/>
        </dgm:presLayoutVars>
      </dgm:prSet>
      <dgm:spPr/>
    </dgm:pt>
    <dgm:pt modelId="{22E5C1BA-A766-4D06-9A24-0CA394BDE301}" type="pres">
      <dgm:prSet presAssocID="{254F2AAF-4ED6-439E-AD6F-17F17DFAE776}" presName="compNode" presStyleCnt="0"/>
      <dgm:spPr/>
    </dgm:pt>
    <dgm:pt modelId="{1587A673-712B-4BF1-AE16-1E3FB264B5DA}" type="pres">
      <dgm:prSet presAssocID="{254F2AAF-4ED6-439E-AD6F-17F17DFAE776}" presName="iconBgRect" presStyleLbl="bgShp" presStyleIdx="0" presStyleCnt="6"/>
      <dgm:spPr/>
    </dgm:pt>
    <dgm:pt modelId="{9276C02C-B243-492B-AA2C-5EDC444A5F4C}" type="pres">
      <dgm:prSet presAssocID="{254F2AAF-4ED6-439E-AD6F-17F17DFAE77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E4D0D83-81C4-45F6-BA76-36834259EAF2}" type="pres">
      <dgm:prSet presAssocID="{254F2AAF-4ED6-439E-AD6F-17F17DFAE776}" presName="spaceRect" presStyleCnt="0"/>
      <dgm:spPr/>
    </dgm:pt>
    <dgm:pt modelId="{BD752F13-36F2-4971-91B5-560472D74C63}" type="pres">
      <dgm:prSet presAssocID="{254F2AAF-4ED6-439E-AD6F-17F17DFAE776}" presName="textRect" presStyleLbl="revTx" presStyleIdx="0" presStyleCnt="6">
        <dgm:presLayoutVars>
          <dgm:chMax val="1"/>
          <dgm:chPref val="1"/>
        </dgm:presLayoutVars>
      </dgm:prSet>
      <dgm:spPr/>
    </dgm:pt>
    <dgm:pt modelId="{5824E8AE-567D-450F-8AF8-1CDD666D7F04}" type="pres">
      <dgm:prSet presAssocID="{30F4CEA7-820A-488D-93C6-172071A6171B}" presName="sibTrans" presStyleLbl="sibTrans2D1" presStyleIdx="0" presStyleCnt="0"/>
      <dgm:spPr/>
    </dgm:pt>
    <dgm:pt modelId="{CD66C16B-9B57-4BCD-B7A3-8009281F220C}" type="pres">
      <dgm:prSet presAssocID="{D6C7ED8A-3687-4959-82ED-A32813821534}" presName="compNode" presStyleCnt="0"/>
      <dgm:spPr/>
    </dgm:pt>
    <dgm:pt modelId="{48572772-40AC-407F-ABB6-D2EB54EDC0DA}" type="pres">
      <dgm:prSet presAssocID="{D6C7ED8A-3687-4959-82ED-A32813821534}" presName="iconBgRect" presStyleLbl="bgShp" presStyleIdx="1" presStyleCnt="6"/>
      <dgm:spPr/>
    </dgm:pt>
    <dgm:pt modelId="{260D624D-623F-4B7E-AEB0-8431AECCD666}" type="pres">
      <dgm:prSet presAssocID="{D6C7ED8A-3687-4959-82ED-A3281382153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A31DBD1C-DFC2-45F0-A900-C0E9EFC9AC37}" type="pres">
      <dgm:prSet presAssocID="{D6C7ED8A-3687-4959-82ED-A32813821534}" presName="spaceRect" presStyleCnt="0"/>
      <dgm:spPr/>
    </dgm:pt>
    <dgm:pt modelId="{BEB53E9C-4AB9-46C1-AA82-24AFE2FA3E86}" type="pres">
      <dgm:prSet presAssocID="{D6C7ED8A-3687-4959-82ED-A32813821534}" presName="textRect" presStyleLbl="revTx" presStyleIdx="1" presStyleCnt="6">
        <dgm:presLayoutVars>
          <dgm:chMax val="1"/>
          <dgm:chPref val="1"/>
        </dgm:presLayoutVars>
      </dgm:prSet>
      <dgm:spPr/>
    </dgm:pt>
    <dgm:pt modelId="{9D5232C6-00B8-4E1F-834F-A8C1E40D16CC}" type="pres">
      <dgm:prSet presAssocID="{9273597D-0970-4E21-84C8-532BEDDBB897}" presName="sibTrans" presStyleLbl="sibTrans2D1" presStyleIdx="0" presStyleCnt="0"/>
      <dgm:spPr/>
    </dgm:pt>
    <dgm:pt modelId="{54A540E2-548A-47C9-9081-AE61F8F68B63}" type="pres">
      <dgm:prSet presAssocID="{1C10F7F1-17F5-4993-A222-E1BF57622093}" presName="compNode" presStyleCnt="0"/>
      <dgm:spPr/>
    </dgm:pt>
    <dgm:pt modelId="{08C680D5-F6C1-4164-821F-26F6D7940BCD}" type="pres">
      <dgm:prSet presAssocID="{1C10F7F1-17F5-4993-A222-E1BF57622093}" presName="iconBgRect" presStyleLbl="bgShp" presStyleIdx="2" presStyleCnt="6"/>
      <dgm:spPr/>
    </dgm:pt>
    <dgm:pt modelId="{2A68AF04-DAD3-401D-B823-7AD982A01CD4}" type="pres">
      <dgm:prSet presAssocID="{1C10F7F1-17F5-4993-A222-E1BF5762209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B3B5C765-CB80-4331-8B32-6854E1E9A05A}" type="pres">
      <dgm:prSet presAssocID="{1C10F7F1-17F5-4993-A222-E1BF57622093}" presName="spaceRect" presStyleCnt="0"/>
      <dgm:spPr/>
    </dgm:pt>
    <dgm:pt modelId="{A1D70402-D463-40E8-8B75-70A1A00A84DE}" type="pres">
      <dgm:prSet presAssocID="{1C10F7F1-17F5-4993-A222-E1BF57622093}" presName="textRect" presStyleLbl="revTx" presStyleIdx="2" presStyleCnt="6">
        <dgm:presLayoutVars>
          <dgm:chMax val="1"/>
          <dgm:chPref val="1"/>
        </dgm:presLayoutVars>
      </dgm:prSet>
      <dgm:spPr/>
    </dgm:pt>
    <dgm:pt modelId="{834B1A3A-E1DF-4331-9A5F-7FDDEA185B9C}" type="pres">
      <dgm:prSet presAssocID="{B9B7FBEB-77FA-4E76-9234-99EB9426DC2E}" presName="sibTrans" presStyleLbl="sibTrans2D1" presStyleIdx="0" presStyleCnt="0"/>
      <dgm:spPr/>
    </dgm:pt>
    <dgm:pt modelId="{4BE37B52-B162-4E0E-A090-E59BE743AE8F}" type="pres">
      <dgm:prSet presAssocID="{AFF34CDA-B7E2-437F-876B-80FB89DF91A3}" presName="compNode" presStyleCnt="0"/>
      <dgm:spPr/>
    </dgm:pt>
    <dgm:pt modelId="{15C3A658-F657-4BF5-9853-5AE09D3F2F9E}" type="pres">
      <dgm:prSet presAssocID="{AFF34CDA-B7E2-437F-876B-80FB89DF91A3}" presName="iconBgRect" presStyleLbl="bgShp" presStyleIdx="3" presStyleCnt="6"/>
      <dgm:spPr/>
    </dgm:pt>
    <dgm:pt modelId="{C3FAABF0-0CE9-4BB2-BD37-5F49760D63B7}" type="pres">
      <dgm:prSet presAssocID="{AFF34CDA-B7E2-437F-876B-80FB89DF91A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2979DB6-F9A9-4CE0-8A4A-80A61DEE541A}" type="pres">
      <dgm:prSet presAssocID="{AFF34CDA-B7E2-437F-876B-80FB89DF91A3}" presName="spaceRect" presStyleCnt="0"/>
      <dgm:spPr/>
    </dgm:pt>
    <dgm:pt modelId="{50BC6FCD-7C96-43B1-801F-8B5B7A9E2FA9}" type="pres">
      <dgm:prSet presAssocID="{AFF34CDA-B7E2-437F-876B-80FB89DF91A3}" presName="textRect" presStyleLbl="revTx" presStyleIdx="3" presStyleCnt="6">
        <dgm:presLayoutVars>
          <dgm:chMax val="1"/>
          <dgm:chPref val="1"/>
        </dgm:presLayoutVars>
      </dgm:prSet>
      <dgm:spPr/>
    </dgm:pt>
    <dgm:pt modelId="{133F0103-F519-4FE1-86A2-A132258E1C2D}" type="pres">
      <dgm:prSet presAssocID="{48598C79-8686-44FD-AC74-ECF2A0C12D52}" presName="sibTrans" presStyleLbl="sibTrans2D1" presStyleIdx="0" presStyleCnt="0"/>
      <dgm:spPr/>
    </dgm:pt>
    <dgm:pt modelId="{731F4A8B-174B-4A75-AAC5-2131F65C6545}" type="pres">
      <dgm:prSet presAssocID="{A42AB3C1-4B4D-4D63-B856-853917F9365D}" presName="compNode" presStyleCnt="0"/>
      <dgm:spPr/>
    </dgm:pt>
    <dgm:pt modelId="{EE4576E7-4D04-4AD1-BFC5-033B6C7DD27E}" type="pres">
      <dgm:prSet presAssocID="{A42AB3C1-4B4D-4D63-B856-853917F9365D}" presName="iconBgRect" presStyleLbl="bgShp" presStyleIdx="4" presStyleCnt="6"/>
      <dgm:spPr/>
    </dgm:pt>
    <dgm:pt modelId="{86FC59B2-0D34-44A7-AC90-0F0B1FA178BF}" type="pres">
      <dgm:prSet presAssocID="{A42AB3C1-4B4D-4D63-B856-853917F9365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2DE78A1-3D0E-43E8-9DAD-BDA5D658F64C}" type="pres">
      <dgm:prSet presAssocID="{A42AB3C1-4B4D-4D63-B856-853917F9365D}" presName="spaceRect" presStyleCnt="0"/>
      <dgm:spPr/>
    </dgm:pt>
    <dgm:pt modelId="{28842CC7-83D3-44F5-BE08-A91DAF07A74E}" type="pres">
      <dgm:prSet presAssocID="{A42AB3C1-4B4D-4D63-B856-853917F9365D}" presName="textRect" presStyleLbl="revTx" presStyleIdx="4" presStyleCnt="6">
        <dgm:presLayoutVars>
          <dgm:chMax val="1"/>
          <dgm:chPref val="1"/>
        </dgm:presLayoutVars>
      </dgm:prSet>
      <dgm:spPr/>
    </dgm:pt>
    <dgm:pt modelId="{75CF5C90-C539-434D-9813-088C49AD0342}" type="pres">
      <dgm:prSet presAssocID="{C5DB6DA2-161E-4844-B9A2-E1864442A562}" presName="sibTrans" presStyleLbl="sibTrans2D1" presStyleIdx="0" presStyleCnt="0"/>
      <dgm:spPr/>
    </dgm:pt>
    <dgm:pt modelId="{60CA1FC6-B6B5-4545-B34D-FC2753E86783}" type="pres">
      <dgm:prSet presAssocID="{96793BEB-C7C4-4355-9A30-5C5B4E75E679}" presName="compNode" presStyleCnt="0"/>
      <dgm:spPr/>
    </dgm:pt>
    <dgm:pt modelId="{157A72B3-C17E-43D5-B0D4-1928458E5AB3}" type="pres">
      <dgm:prSet presAssocID="{96793BEB-C7C4-4355-9A30-5C5B4E75E679}" presName="iconBgRect" presStyleLbl="bgShp" presStyleIdx="5" presStyleCnt="6"/>
      <dgm:spPr/>
    </dgm:pt>
    <dgm:pt modelId="{9CBD161C-E337-4B1C-BF64-E4AAD9A6F827}" type="pres">
      <dgm:prSet presAssocID="{96793BEB-C7C4-4355-9A30-5C5B4E75E67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AFC3AD5D-F4F5-4509-944F-347D3B7C4E25}" type="pres">
      <dgm:prSet presAssocID="{96793BEB-C7C4-4355-9A30-5C5B4E75E679}" presName="spaceRect" presStyleCnt="0"/>
      <dgm:spPr/>
    </dgm:pt>
    <dgm:pt modelId="{A66A79CF-F6C3-405C-B1A3-13391F8E4F3B}" type="pres">
      <dgm:prSet presAssocID="{96793BEB-C7C4-4355-9A30-5C5B4E75E67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DD8C021-144C-469A-9D46-BD773B5096D4}" srcId="{E54114A9-961C-4FF0-BF61-BD6647DEB700}" destId="{D6C7ED8A-3687-4959-82ED-A32813821534}" srcOrd="1" destOrd="0" parTransId="{0608C9F3-AF25-46B2-BC72-8577BE789CA5}" sibTransId="{9273597D-0970-4E21-84C8-532BEDDBB897}"/>
    <dgm:cxn modelId="{2DA20526-C0CD-4596-976F-1B902963D8CB}" type="presOf" srcId="{D6C7ED8A-3687-4959-82ED-A32813821534}" destId="{BEB53E9C-4AB9-46C1-AA82-24AFE2FA3E86}" srcOrd="0" destOrd="0" presId="urn:microsoft.com/office/officeart/2018/2/layout/IconCircleList"/>
    <dgm:cxn modelId="{5E7A8532-0740-4609-A827-CCF9E1A69198}" type="presOf" srcId="{E54114A9-961C-4FF0-BF61-BD6647DEB700}" destId="{79347791-F88B-45D6-B1FE-4087E2181A60}" srcOrd="0" destOrd="0" presId="urn:microsoft.com/office/officeart/2018/2/layout/IconCircleList"/>
    <dgm:cxn modelId="{88911163-FD27-4D0C-9936-053A2CA25FDC}" type="presOf" srcId="{B9B7FBEB-77FA-4E76-9234-99EB9426DC2E}" destId="{834B1A3A-E1DF-4331-9A5F-7FDDEA185B9C}" srcOrd="0" destOrd="0" presId="urn:microsoft.com/office/officeart/2018/2/layout/IconCircleList"/>
    <dgm:cxn modelId="{6E7F746C-BA4F-4353-8463-4E0529C68D91}" type="presOf" srcId="{30F4CEA7-820A-488D-93C6-172071A6171B}" destId="{5824E8AE-567D-450F-8AF8-1CDD666D7F04}" srcOrd="0" destOrd="0" presId="urn:microsoft.com/office/officeart/2018/2/layout/IconCircleList"/>
    <dgm:cxn modelId="{5BD27453-D358-43F4-B88D-BF6BFAD2F070}" type="presOf" srcId="{9273597D-0970-4E21-84C8-532BEDDBB897}" destId="{9D5232C6-00B8-4E1F-834F-A8C1E40D16CC}" srcOrd="0" destOrd="0" presId="urn:microsoft.com/office/officeart/2018/2/layout/IconCircleList"/>
    <dgm:cxn modelId="{01C5B456-1ECE-4CB2-AA99-7273A2927B0C}" type="presOf" srcId="{1C10F7F1-17F5-4993-A222-E1BF57622093}" destId="{A1D70402-D463-40E8-8B75-70A1A00A84DE}" srcOrd="0" destOrd="0" presId="urn:microsoft.com/office/officeart/2018/2/layout/IconCircleList"/>
    <dgm:cxn modelId="{A9217157-D7D5-4F25-9D10-C9360734778E}" srcId="{E54114A9-961C-4FF0-BF61-BD6647DEB700}" destId="{AFF34CDA-B7E2-437F-876B-80FB89DF91A3}" srcOrd="3" destOrd="0" parTransId="{8A71014D-39EF-4DDC-922A-0C41DCB42D87}" sibTransId="{48598C79-8686-44FD-AC74-ECF2A0C12D52}"/>
    <dgm:cxn modelId="{CDB65B59-5624-424E-8BD4-65EC1E84ACB1}" srcId="{E54114A9-961C-4FF0-BF61-BD6647DEB700}" destId="{96793BEB-C7C4-4355-9A30-5C5B4E75E679}" srcOrd="5" destOrd="0" parTransId="{50A29228-A675-4085-94C4-24BCF46E8206}" sibTransId="{E17BB0BF-79CD-4F02-B17F-68469F04580A}"/>
    <dgm:cxn modelId="{001E9484-E57D-4102-B0FD-7246DC294A85}" type="presOf" srcId="{254F2AAF-4ED6-439E-AD6F-17F17DFAE776}" destId="{BD752F13-36F2-4971-91B5-560472D74C63}" srcOrd="0" destOrd="0" presId="urn:microsoft.com/office/officeart/2018/2/layout/IconCircleList"/>
    <dgm:cxn modelId="{7E339AA2-2C24-4F45-83B9-CCEEAD24FDC5}" srcId="{E54114A9-961C-4FF0-BF61-BD6647DEB700}" destId="{1C10F7F1-17F5-4993-A222-E1BF57622093}" srcOrd="2" destOrd="0" parTransId="{CF4FC68A-02FE-4885-BD75-8DAD101A3A3A}" sibTransId="{B9B7FBEB-77FA-4E76-9234-99EB9426DC2E}"/>
    <dgm:cxn modelId="{E58D0FBC-4A99-4F3D-B3F3-47C4A92C5573}" type="presOf" srcId="{A42AB3C1-4B4D-4D63-B856-853917F9365D}" destId="{28842CC7-83D3-44F5-BE08-A91DAF07A74E}" srcOrd="0" destOrd="0" presId="urn:microsoft.com/office/officeart/2018/2/layout/IconCircleList"/>
    <dgm:cxn modelId="{3D3498C7-CA06-4884-BA0E-66DEB2E157B7}" type="presOf" srcId="{96793BEB-C7C4-4355-9A30-5C5B4E75E679}" destId="{A66A79CF-F6C3-405C-B1A3-13391F8E4F3B}" srcOrd="0" destOrd="0" presId="urn:microsoft.com/office/officeart/2018/2/layout/IconCircleList"/>
    <dgm:cxn modelId="{69BFD3CB-7043-4BF7-903F-9D13CB1FF1FB}" srcId="{E54114A9-961C-4FF0-BF61-BD6647DEB700}" destId="{A42AB3C1-4B4D-4D63-B856-853917F9365D}" srcOrd="4" destOrd="0" parTransId="{C3982ADE-82AE-4517-B88F-819F7F3C6CF0}" sibTransId="{C5DB6DA2-161E-4844-B9A2-E1864442A562}"/>
    <dgm:cxn modelId="{595CA9D4-73DB-4B0C-8B08-EBEC8D278AF3}" type="presOf" srcId="{AFF34CDA-B7E2-437F-876B-80FB89DF91A3}" destId="{50BC6FCD-7C96-43B1-801F-8B5B7A9E2FA9}" srcOrd="0" destOrd="0" presId="urn:microsoft.com/office/officeart/2018/2/layout/IconCircleList"/>
    <dgm:cxn modelId="{5C160FEC-C54D-433B-9FBB-13E92470E5D4}" type="presOf" srcId="{48598C79-8686-44FD-AC74-ECF2A0C12D52}" destId="{133F0103-F519-4FE1-86A2-A132258E1C2D}" srcOrd="0" destOrd="0" presId="urn:microsoft.com/office/officeart/2018/2/layout/IconCircleList"/>
    <dgm:cxn modelId="{DC2E9EED-A6C6-4DC8-A703-E4A12797F2F3}" type="presOf" srcId="{C5DB6DA2-161E-4844-B9A2-E1864442A562}" destId="{75CF5C90-C539-434D-9813-088C49AD0342}" srcOrd="0" destOrd="0" presId="urn:microsoft.com/office/officeart/2018/2/layout/IconCircleList"/>
    <dgm:cxn modelId="{AF260BFF-708C-4FD6-A204-85BF51B5C031}" srcId="{E54114A9-961C-4FF0-BF61-BD6647DEB700}" destId="{254F2AAF-4ED6-439E-AD6F-17F17DFAE776}" srcOrd="0" destOrd="0" parTransId="{7ED926FD-69C2-48D8-820A-5C760CC83F13}" sibTransId="{30F4CEA7-820A-488D-93C6-172071A6171B}"/>
    <dgm:cxn modelId="{FAA645FE-DCBB-4B1E-8D21-B63B0DA85A81}" type="presParOf" srcId="{79347791-F88B-45D6-B1FE-4087E2181A60}" destId="{4E3F5370-5F34-4539-80F5-426887A1C0E3}" srcOrd="0" destOrd="0" presId="urn:microsoft.com/office/officeart/2018/2/layout/IconCircleList"/>
    <dgm:cxn modelId="{0BC51A4F-1103-4CEA-85BD-67AFEE83DF9F}" type="presParOf" srcId="{4E3F5370-5F34-4539-80F5-426887A1C0E3}" destId="{22E5C1BA-A766-4D06-9A24-0CA394BDE301}" srcOrd="0" destOrd="0" presId="urn:microsoft.com/office/officeart/2018/2/layout/IconCircleList"/>
    <dgm:cxn modelId="{1FE3B20C-B490-41C6-8BC2-A08E2E1C0765}" type="presParOf" srcId="{22E5C1BA-A766-4D06-9A24-0CA394BDE301}" destId="{1587A673-712B-4BF1-AE16-1E3FB264B5DA}" srcOrd="0" destOrd="0" presId="urn:microsoft.com/office/officeart/2018/2/layout/IconCircleList"/>
    <dgm:cxn modelId="{1606757A-7AE0-45D7-98BD-A76EEB42DB5C}" type="presParOf" srcId="{22E5C1BA-A766-4D06-9A24-0CA394BDE301}" destId="{9276C02C-B243-492B-AA2C-5EDC444A5F4C}" srcOrd="1" destOrd="0" presId="urn:microsoft.com/office/officeart/2018/2/layout/IconCircleList"/>
    <dgm:cxn modelId="{33F3865E-6C41-4067-AC09-C022F382F340}" type="presParOf" srcId="{22E5C1BA-A766-4D06-9A24-0CA394BDE301}" destId="{9E4D0D83-81C4-45F6-BA76-36834259EAF2}" srcOrd="2" destOrd="0" presId="urn:microsoft.com/office/officeart/2018/2/layout/IconCircleList"/>
    <dgm:cxn modelId="{A767975F-977D-4E47-86B7-602705744C12}" type="presParOf" srcId="{22E5C1BA-A766-4D06-9A24-0CA394BDE301}" destId="{BD752F13-36F2-4971-91B5-560472D74C63}" srcOrd="3" destOrd="0" presId="urn:microsoft.com/office/officeart/2018/2/layout/IconCircleList"/>
    <dgm:cxn modelId="{5CCFC462-3102-4A95-B1CA-8C44BAA2CE5F}" type="presParOf" srcId="{4E3F5370-5F34-4539-80F5-426887A1C0E3}" destId="{5824E8AE-567D-450F-8AF8-1CDD666D7F04}" srcOrd="1" destOrd="0" presId="urn:microsoft.com/office/officeart/2018/2/layout/IconCircleList"/>
    <dgm:cxn modelId="{8AF67668-D194-42F1-A4CB-320B91E457DE}" type="presParOf" srcId="{4E3F5370-5F34-4539-80F5-426887A1C0E3}" destId="{CD66C16B-9B57-4BCD-B7A3-8009281F220C}" srcOrd="2" destOrd="0" presId="urn:microsoft.com/office/officeart/2018/2/layout/IconCircleList"/>
    <dgm:cxn modelId="{D27EB2E6-A326-4514-B78E-A26624EDA46F}" type="presParOf" srcId="{CD66C16B-9B57-4BCD-B7A3-8009281F220C}" destId="{48572772-40AC-407F-ABB6-D2EB54EDC0DA}" srcOrd="0" destOrd="0" presId="urn:microsoft.com/office/officeart/2018/2/layout/IconCircleList"/>
    <dgm:cxn modelId="{6E5AC9FF-6DF4-4E45-8F46-5A90B04001A8}" type="presParOf" srcId="{CD66C16B-9B57-4BCD-B7A3-8009281F220C}" destId="{260D624D-623F-4B7E-AEB0-8431AECCD666}" srcOrd="1" destOrd="0" presId="urn:microsoft.com/office/officeart/2018/2/layout/IconCircleList"/>
    <dgm:cxn modelId="{775F7A87-DE9E-4E2F-B568-9ABD8E7305E2}" type="presParOf" srcId="{CD66C16B-9B57-4BCD-B7A3-8009281F220C}" destId="{A31DBD1C-DFC2-45F0-A900-C0E9EFC9AC37}" srcOrd="2" destOrd="0" presId="urn:microsoft.com/office/officeart/2018/2/layout/IconCircleList"/>
    <dgm:cxn modelId="{52E57E60-5C94-4CB1-8D93-209FFF052D35}" type="presParOf" srcId="{CD66C16B-9B57-4BCD-B7A3-8009281F220C}" destId="{BEB53E9C-4AB9-46C1-AA82-24AFE2FA3E86}" srcOrd="3" destOrd="0" presId="urn:microsoft.com/office/officeart/2018/2/layout/IconCircleList"/>
    <dgm:cxn modelId="{4B4ABF74-F14F-4D37-B5E9-830306F7E535}" type="presParOf" srcId="{4E3F5370-5F34-4539-80F5-426887A1C0E3}" destId="{9D5232C6-00B8-4E1F-834F-A8C1E40D16CC}" srcOrd="3" destOrd="0" presId="urn:microsoft.com/office/officeart/2018/2/layout/IconCircleList"/>
    <dgm:cxn modelId="{8A7BB644-7EF0-4E50-8CF4-D7A5A104FF56}" type="presParOf" srcId="{4E3F5370-5F34-4539-80F5-426887A1C0E3}" destId="{54A540E2-548A-47C9-9081-AE61F8F68B63}" srcOrd="4" destOrd="0" presId="urn:microsoft.com/office/officeart/2018/2/layout/IconCircleList"/>
    <dgm:cxn modelId="{845EAE3A-FE27-41BD-9B87-8AD57284615E}" type="presParOf" srcId="{54A540E2-548A-47C9-9081-AE61F8F68B63}" destId="{08C680D5-F6C1-4164-821F-26F6D7940BCD}" srcOrd="0" destOrd="0" presId="urn:microsoft.com/office/officeart/2018/2/layout/IconCircleList"/>
    <dgm:cxn modelId="{65BE8E53-C84B-4C84-B9B6-B12EC1EC08CC}" type="presParOf" srcId="{54A540E2-548A-47C9-9081-AE61F8F68B63}" destId="{2A68AF04-DAD3-401D-B823-7AD982A01CD4}" srcOrd="1" destOrd="0" presId="urn:microsoft.com/office/officeart/2018/2/layout/IconCircleList"/>
    <dgm:cxn modelId="{6F232094-96C2-47BB-97DF-B8514052EF33}" type="presParOf" srcId="{54A540E2-548A-47C9-9081-AE61F8F68B63}" destId="{B3B5C765-CB80-4331-8B32-6854E1E9A05A}" srcOrd="2" destOrd="0" presId="urn:microsoft.com/office/officeart/2018/2/layout/IconCircleList"/>
    <dgm:cxn modelId="{31B81BD9-B94B-4086-9604-1075E8E68EBE}" type="presParOf" srcId="{54A540E2-548A-47C9-9081-AE61F8F68B63}" destId="{A1D70402-D463-40E8-8B75-70A1A00A84DE}" srcOrd="3" destOrd="0" presId="urn:microsoft.com/office/officeart/2018/2/layout/IconCircleList"/>
    <dgm:cxn modelId="{82DE2A9D-B6C6-4A43-B4B2-DD582D42025D}" type="presParOf" srcId="{4E3F5370-5F34-4539-80F5-426887A1C0E3}" destId="{834B1A3A-E1DF-4331-9A5F-7FDDEA185B9C}" srcOrd="5" destOrd="0" presId="urn:microsoft.com/office/officeart/2018/2/layout/IconCircleList"/>
    <dgm:cxn modelId="{047044D0-9E24-4667-9C6D-CC20381EF00F}" type="presParOf" srcId="{4E3F5370-5F34-4539-80F5-426887A1C0E3}" destId="{4BE37B52-B162-4E0E-A090-E59BE743AE8F}" srcOrd="6" destOrd="0" presId="urn:microsoft.com/office/officeart/2018/2/layout/IconCircleList"/>
    <dgm:cxn modelId="{6766763A-3640-456F-9B2B-39E023B591FB}" type="presParOf" srcId="{4BE37B52-B162-4E0E-A090-E59BE743AE8F}" destId="{15C3A658-F657-4BF5-9853-5AE09D3F2F9E}" srcOrd="0" destOrd="0" presId="urn:microsoft.com/office/officeart/2018/2/layout/IconCircleList"/>
    <dgm:cxn modelId="{A9015C37-EAFF-43A9-B638-685F9D3EA39A}" type="presParOf" srcId="{4BE37B52-B162-4E0E-A090-E59BE743AE8F}" destId="{C3FAABF0-0CE9-4BB2-BD37-5F49760D63B7}" srcOrd="1" destOrd="0" presId="urn:microsoft.com/office/officeart/2018/2/layout/IconCircleList"/>
    <dgm:cxn modelId="{5EEC9548-745F-48B0-AD4E-4F0E20495883}" type="presParOf" srcId="{4BE37B52-B162-4E0E-A090-E59BE743AE8F}" destId="{52979DB6-F9A9-4CE0-8A4A-80A61DEE541A}" srcOrd="2" destOrd="0" presId="urn:microsoft.com/office/officeart/2018/2/layout/IconCircleList"/>
    <dgm:cxn modelId="{086794F0-2A4F-48D4-9801-840DB3FF2A59}" type="presParOf" srcId="{4BE37B52-B162-4E0E-A090-E59BE743AE8F}" destId="{50BC6FCD-7C96-43B1-801F-8B5B7A9E2FA9}" srcOrd="3" destOrd="0" presId="urn:microsoft.com/office/officeart/2018/2/layout/IconCircleList"/>
    <dgm:cxn modelId="{60FAED2C-17B2-492E-93D8-5B43839666F5}" type="presParOf" srcId="{4E3F5370-5F34-4539-80F5-426887A1C0E3}" destId="{133F0103-F519-4FE1-86A2-A132258E1C2D}" srcOrd="7" destOrd="0" presId="urn:microsoft.com/office/officeart/2018/2/layout/IconCircleList"/>
    <dgm:cxn modelId="{70DF4EA2-FA2E-48F6-9A7C-56347CEEEF44}" type="presParOf" srcId="{4E3F5370-5F34-4539-80F5-426887A1C0E3}" destId="{731F4A8B-174B-4A75-AAC5-2131F65C6545}" srcOrd="8" destOrd="0" presId="urn:microsoft.com/office/officeart/2018/2/layout/IconCircleList"/>
    <dgm:cxn modelId="{1F1290D2-5E1B-41F1-85E5-3B258DDDFDB8}" type="presParOf" srcId="{731F4A8B-174B-4A75-AAC5-2131F65C6545}" destId="{EE4576E7-4D04-4AD1-BFC5-033B6C7DD27E}" srcOrd="0" destOrd="0" presId="urn:microsoft.com/office/officeart/2018/2/layout/IconCircleList"/>
    <dgm:cxn modelId="{7DF790A7-ACB4-4AA9-BC9B-7205FFE7390D}" type="presParOf" srcId="{731F4A8B-174B-4A75-AAC5-2131F65C6545}" destId="{86FC59B2-0D34-44A7-AC90-0F0B1FA178BF}" srcOrd="1" destOrd="0" presId="urn:microsoft.com/office/officeart/2018/2/layout/IconCircleList"/>
    <dgm:cxn modelId="{AF185AE6-9F4C-45E9-A967-8EACBD4132AF}" type="presParOf" srcId="{731F4A8B-174B-4A75-AAC5-2131F65C6545}" destId="{52DE78A1-3D0E-43E8-9DAD-BDA5D658F64C}" srcOrd="2" destOrd="0" presId="urn:microsoft.com/office/officeart/2018/2/layout/IconCircleList"/>
    <dgm:cxn modelId="{ADB4F5B5-7B98-4987-9BB9-76C24FC04C4C}" type="presParOf" srcId="{731F4A8B-174B-4A75-AAC5-2131F65C6545}" destId="{28842CC7-83D3-44F5-BE08-A91DAF07A74E}" srcOrd="3" destOrd="0" presId="urn:microsoft.com/office/officeart/2018/2/layout/IconCircleList"/>
    <dgm:cxn modelId="{5978176B-16B7-40CC-AB37-EFD7CE041E6F}" type="presParOf" srcId="{4E3F5370-5F34-4539-80F5-426887A1C0E3}" destId="{75CF5C90-C539-434D-9813-088C49AD0342}" srcOrd="9" destOrd="0" presId="urn:microsoft.com/office/officeart/2018/2/layout/IconCircleList"/>
    <dgm:cxn modelId="{63856843-A8D1-44FE-BC11-FA3AB1F0A3F4}" type="presParOf" srcId="{4E3F5370-5F34-4539-80F5-426887A1C0E3}" destId="{60CA1FC6-B6B5-4545-B34D-FC2753E86783}" srcOrd="10" destOrd="0" presId="urn:microsoft.com/office/officeart/2018/2/layout/IconCircleList"/>
    <dgm:cxn modelId="{B793629E-D350-4E5B-8A27-5501DB60B2F2}" type="presParOf" srcId="{60CA1FC6-B6B5-4545-B34D-FC2753E86783}" destId="{157A72B3-C17E-43D5-B0D4-1928458E5AB3}" srcOrd="0" destOrd="0" presId="urn:microsoft.com/office/officeart/2018/2/layout/IconCircleList"/>
    <dgm:cxn modelId="{90521EF0-B86D-49F2-AA94-A444E95B9847}" type="presParOf" srcId="{60CA1FC6-B6B5-4545-B34D-FC2753E86783}" destId="{9CBD161C-E337-4B1C-BF64-E4AAD9A6F827}" srcOrd="1" destOrd="0" presId="urn:microsoft.com/office/officeart/2018/2/layout/IconCircleList"/>
    <dgm:cxn modelId="{3245B34E-7422-4C7E-BEC4-9D6E0281F75D}" type="presParOf" srcId="{60CA1FC6-B6B5-4545-B34D-FC2753E86783}" destId="{AFC3AD5D-F4F5-4509-944F-347D3B7C4E25}" srcOrd="2" destOrd="0" presId="urn:microsoft.com/office/officeart/2018/2/layout/IconCircleList"/>
    <dgm:cxn modelId="{D82CA1DB-F9FD-411C-848B-B80336E8F8BC}" type="presParOf" srcId="{60CA1FC6-B6B5-4545-B34D-FC2753E86783}" destId="{A66A79CF-F6C3-405C-B1A3-13391F8E4F3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0C67D7-BBE7-411B-A24F-6491A9026DA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44CDC1-4ED3-4A12-BEA6-45A518599C6A}">
      <dgm:prSet/>
      <dgm:spPr/>
      <dgm:t>
        <a:bodyPr/>
        <a:lstStyle/>
        <a:p>
          <a:r>
            <a:rPr lang="en-IN"/>
            <a:t>At least Python 3.7 with Python-based dependencies</a:t>
          </a:r>
          <a:endParaRPr lang="en-US"/>
        </a:p>
      </dgm:t>
    </dgm:pt>
    <dgm:pt modelId="{556F0418-C65D-4C7E-ACB2-6B90EDA80435}" type="parTrans" cxnId="{9279C298-7910-47CD-B099-E8F3E355A224}">
      <dgm:prSet/>
      <dgm:spPr/>
      <dgm:t>
        <a:bodyPr/>
        <a:lstStyle/>
        <a:p>
          <a:endParaRPr lang="en-US"/>
        </a:p>
      </dgm:t>
    </dgm:pt>
    <dgm:pt modelId="{28F390C5-FFD3-4445-AB24-8A846FD7B6F5}" type="sibTrans" cxnId="{9279C298-7910-47CD-B099-E8F3E355A224}">
      <dgm:prSet/>
      <dgm:spPr/>
      <dgm:t>
        <a:bodyPr/>
        <a:lstStyle/>
        <a:p>
          <a:endParaRPr lang="en-US"/>
        </a:p>
      </dgm:t>
    </dgm:pt>
    <dgm:pt modelId="{A49B7B81-0E29-4838-A5C1-8DAA58F3BA9C}">
      <dgm:prSet/>
      <dgm:spPr/>
      <dgm:t>
        <a:bodyPr/>
        <a:lstStyle/>
        <a:p>
          <a:r>
            <a:rPr lang="en-IN"/>
            <a:t>Operating system- Windows, Mac or Linux</a:t>
          </a:r>
          <a:endParaRPr lang="en-US"/>
        </a:p>
      </dgm:t>
    </dgm:pt>
    <dgm:pt modelId="{CD5502ED-5952-4133-910F-682650BF1C66}" type="parTrans" cxnId="{9880E329-1F76-4A15-AC74-ED5C5CCE27A8}">
      <dgm:prSet/>
      <dgm:spPr/>
      <dgm:t>
        <a:bodyPr/>
        <a:lstStyle/>
        <a:p>
          <a:endParaRPr lang="en-US"/>
        </a:p>
      </dgm:t>
    </dgm:pt>
    <dgm:pt modelId="{FAF76F61-16B8-44CA-856D-2150A4FEAA9E}" type="sibTrans" cxnId="{9880E329-1F76-4A15-AC74-ED5C5CCE27A8}">
      <dgm:prSet/>
      <dgm:spPr/>
      <dgm:t>
        <a:bodyPr/>
        <a:lstStyle/>
        <a:p>
          <a:endParaRPr lang="en-US"/>
        </a:p>
      </dgm:t>
    </dgm:pt>
    <dgm:pt modelId="{1057A5CE-BA01-4758-AD06-1B7F05AFBABF}" type="pres">
      <dgm:prSet presAssocID="{550C67D7-BBE7-411B-A24F-6491A9026DAF}" presName="root" presStyleCnt="0">
        <dgm:presLayoutVars>
          <dgm:dir/>
          <dgm:resizeHandles val="exact"/>
        </dgm:presLayoutVars>
      </dgm:prSet>
      <dgm:spPr/>
    </dgm:pt>
    <dgm:pt modelId="{526BDA0F-7796-49DE-AA0E-08C3D03C610D}" type="pres">
      <dgm:prSet presAssocID="{6744CDC1-4ED3-4A12-BEA6-45A518599C6A}" presName="compNode" presStyleCnt="0"/>
      <dgm:spPr/>
    </dgm:pt>
    <dgm:pt modelId="{65D45329-5C1B-4BE0-B3CB-BAAE9D7267EC}" type="pres">
      <dgm:prSet presAssocID="{6744CDC1-4ED3-4A12-BEA6-45A518599C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32D2B45-B142-48E6-AC8B-EF8D4C57F598}" type="pres">
      <dgm:prSet presAssocID="{6744CDC1-4ED3-4A12-BEA6-45A518599C6A}" presName="spaceRect" presStyleCnt="0"/>
      <dgm:spPr/>
    </dgm:pt>
    <dgm:pt modelId="{0939F7BA-B3F6-45B3-BC5D-27557D1D752F}" type="pres">
      <dgm:prSet presAssocID="{6744CDC1-4ED3-4A12-BEA6-45A518599C6A}" presName="textRect" presStyleLbl="revTx" presStyleIdx="0" presStyleCnt="2">
        <dgm:presLayoutVars>
          <dgm:chMax val="1"/>
          <dgm:chPref val="1"/>
        </dgm:presLayoutVars>
      </dgm:prSet>
      <dgm:spPr/>
    </dgm:pt>
    <dgm:pt modelId="{86B935E4-8E8B-4EF2-B7A9-4BD36C489358}" type="pres">
      <dgm:prSet presAssocID="{28F390C5-FFD3-4445-AB24-8A846FD7B6F5}" presName="sibTrans" presStyleCnt="0"/>
      <dgm:spPr/>
    </dgm:pt>
    <dgm:pt modelId="{184E4FB8-C680-4FFB-88AC-4DE6ECC2A0B1}" type="pres">
      <dgm:prSet presAssocID="{A49B7B81-0E29-4838-A5C1-8DAA58F3BA9C}" presName="compNode" presStyleCnt="0"/>
      <dgm:spPr/>
    </dgm:pt>
    <dgm:pt modelId="{2C567072-A138-4E02-AB12-17DB40EB2C17}" type="pres">
      <dgm:prSet presAssocID="{A49B7B81-0E29-4838-A5C1-8DAA58F3BA9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4FE5AB0-BFBD-4D55-B69E-EF5B0AA7B634}" type="pres">
      <dgm:prSet presAssocID="{A49B7B81-0E29-4838-A5C1-8DAA58F3BA9C}" presName="spaceRect" presStyleCnt="0"/>
      <dgm:spPr/>
    </dgm:pt>
    <dgm:pt modelId="{2AE68BF4-CD8F-47D9-AB4A-C75839CC12EC}" type="pres">
      <dgm:prSet presAssocID="{A49B7B81-0E29-4838-A5C1-8DAA58F3BA9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880E329-1F76-4A15-AC74-ED5C5CCE27A8}" srcId="{550C67D7-BBE7-411B-A24F-6491A9026DAF}" destId="{A49B7B81-0E29-4838-A5C1-8DAA58F3BA9C}" srcOrd="1" destOrd="0" parTransId="{CD5502ED-5952-4133-910F-682650BF1C66}" sibTransId="{FAF76F61-16B8-44CA-856D-2150A4FEAA9E}"/>
    <dgm:cxn modelId="{8B8A213E-E3A0-4030-9E43-63127EEA07CE}" type="presOf" srcId="{550C67D7-BBE7-411B-A24F-6491A9026DAF}" destId="{1057A5CE-BA01-4758-AD06-1B7F05AFBABF}" srcOrd="0" destOrd="0" presId="urn:microsoft.com/office/officeart/2018/2/layout/IconLabelList"/>
    <dgm:cxn modelId="{9279C298-7910-47CD-B099-E8F3E355A224}" srcId="{550C67D7-BBE7-411B-A24F-6491A9026DAF}" destId="{6744CDC1-4ED3-4A12-BEA6-45A518599C6A}" srcOrd="0" destOrd="0" parTransId="{556F0418-C65D-4C7E-ACB2-6B90EDA80435}" sibTransId="{28F390C5-FFD3-4445-AB24-8A846FD7B6F5}"/>
    <dgm:cxn modelId="{C8F0EDBF-FF75-4880-987D-1974CF271AF2}" type="presOf" srcId="{6744CDC1-4ED3-4A12-BEA6-45A518599C6A}" destId="{0939F7BA-B3F6-45B3-BC5D-27557D1D752F}" srcOrd="0" destOrd="0" presId="urn:microsoft.com/office/officeart/2018/2/layout/IconLabelList"/>
    <dgm:cxn modelId="{6FD12FE1-C107-431E-82AB-FB410F12507A}" type="presOf" srcId="{A49B7B81-0E29-4838-A5C1-8DAA58F3BA9C}" destId="{2AE68BF4-CD8F-47D9-AB4A-C75839CC12EC}" srcOrd="0" destOrd="0" presId="urn:microsoft.com/office/officeart/2018/2/layout/IconLabelList"/>
    <dgm:cxn modelId="{DD147645-F4C8-4ACE-928E-01F2D6DE0FCB}" type="presParOf" srcId="{1057A5CE-BA01-4758-AD06-1B7F05AFBABF}" destId="{526BDA0F-7796-49DE-AA0E-08C3D03C610D}" srcOrd="0" destOrd="0" presId="urn:microsoft.com/office/officeart/2018/2/layout/IconLabelList"/>
    <dgm:cxn modelId="{042ED9DC-09E3-4538-82ED-DCCBB5AA599C}" type="presParOf" srcId="{526BDA0F-7796-49DE-AA0E-08C3D03C610D}" destId="{65D45329-5C1B-4BE0-B3CB-BAAE9D7267EC}" srcOrd="0" destOrd="0" presId="urn:microsoft.com/office/officeart/2018/2/layout/IconLabelList"/>
    <dgm:cxn modelId="{870061F8-28D8-4105-9144-9F8957C7C6F1}" type="presParOf" srcId="{526BDA0F-7796-49DE-AA0E-08C3D03C610D}" destId="{932D2B45-B142-48E6-AC8B-EF8D4C57F598}" srcOrd="1" destOrd="0" presId="urn:microsoft.com/office/officeart/2018/2/layout/IconLabelList"/>
    <dgm:cxn modelId="{E55FE444-6869-4BE3-8512-1FF23B496C55}" type="presParOf" srcId="{526BDA0F-7796-49DE-AA0E-08C3D03C610D}" destId="{0939F7BA-B3F6-45B3-BC5D-27557D1D752F}" srcOrd="2" destOrd="0" presId="urn:microsoft.com/office/officeart/2018/2/layout/IconLabelList"/>
    <dgm:cxn modelId="{FB065214-433C-488A-B8E8-06869CC609BE}" type="presParOf" srcId="{1057A5CE-BA01-4758-AD06-1B7F05AFBABF}" destId="{86B935E4-8E8B-4EF2-B7A9-4BD36C489358}" srcOrd="1" destOrd="0" presId="urn:microsoft.com/office/officeart/2018/2/layout/IconLabelList"/>
    <dgm:cxn modelId="{068553DB-CA6B-4FFF-B840-C9C8836ACD3C}" type="presParOf" srcId="{1057A5CE-BA01-4758-AD06-1B7F05AFBABF}" destId="{184E4FB8-C680-4FFB-88AC-4DE6ECC2A0B1}" srcOrd="2" destOrd="0" presId="urn:microsoft.com/office/officeart/2018/2/layout/IconLabelList"/>
    <dgm:cxn modelId="{15BFBEF8-7327-4EF4-BF13-71B7620FCB85}" type="presParOf" srcId="{184E4FB8-C680-4FFB-88AC-4DE6ECC2A0B1}" destId="{2C567072-A138-4E02-AB12-17DB40EB2C17}" srcOrd="0" destOrd="0" presId="urn:microsoft.com/office/officeart/2018/2/layout/IconLabelList"/>
    <dgm:cxn modelId="{644F8BB8-F689-4DA4-A344-0A0B890821AA}" type="presParOf" srcId="{184E4FB8-C680-4FFB-88AC-4DE6ECC2A0B1}" destId="{F4FE5AB0-BFBD-4D55-B69E-EF5B0AA7B634}" srcOrd="1" destOrd="0" presId="urn:microsoft.com/office/officeart/2018/2/layout/IconLabelList"/>
    <dgm:cxn modelId="{E1A053ED-541D-4FAD-9A9E-2616AC83D501}" type="presParOf" srcId="{184E4FB8-C680-4FFB-88AC-4DE6ECC2A0B1}" destId="{2AE68BF4-CD8F-47D9-AB4A-C75839CC12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4A6B27-6400-40F3-AAEB-C6E6E3B68362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7CDA007-8FDA-41D1-9B8F-74352E2CB608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88B89D-43B6-43B2-ACC8-B625787DAE0B}" type="parTrans" cxnId="{BB99E127-E2F7-493E-B085-E62B345DC1F1}">
      <dgm:prSet/>
      <dgm:spPr/>
      <dgm:t>
        <a:bodyPr/>
        <a:lstStyle/>
        <a:p>
          <a:endParaRPr lang="en-US"/>
        </a:p>
      </dgm:t>
    </dgm:pt>
    <dgm:pt modelId="{D0C5CDE1-C80B-4CCD-B0CB-E27E04094728}" type="sibTrans" cxnId="{BB99E127-E2F7-493E-B085-E62B345DC1F1}">
      <dgm:prSet/>
      <dgm:spPr/>
      <dgm:t>
        <a:bodyPr/>
        <a:lstStyle/>
        <a:p>
          <a:endParaRPr lang="en-US"/>
        </a:p>
      </dgm:t>
    </dgm:pt>
    <dgm:pt modelId="{79098BCC-FCFF-4679-A474-AC49484E3744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Model training time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674348-C3D9-40E0-BF70-2A8AEFD6593D}" type="parTrans" cxnId="{D6491988-C80B-4A92-B536-1577988D5C4A}">
      <dgm:prSet/>
      <dgm:spPr/>
      <dgm:t>
        <a:bodyPr/>
        <a:lstStyle/>
        <a:p>
          <a:endParaRPr lang="en-US"/>
        </a:p>
      </dgm:t>
    </dgm:pt>
    <dgm:pt modelId="{9DE1FA16-B505-4083-A133-3F216EE6D359}" type="sibTrans" cxnId="{D6491988-C80B-4A92-B536-1577988D5C4A}">
      <dgm:prSet/>
      <dgm:spPr/>
      <dgm:t>
        <a:bodyPr/>
        <a:lstStyle/>
        <a:p>
          <a:endParaRPr lang="en-US"/>
        </a:p>
      </dgm:t>
    </dgm:pt>
    <dgm:pt modelId="{F2871E9F-D6CE-4D15-B094-A0F6DBFD93EB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System resource utilization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7E72A3-3C9F-4280-B9A6-959E6B6E1424}" type="parTrans" cxnId="{1082BDA3-A2EA-4676-9769-9F370338D9C7}">
      <dgm:prSet/>
      <dgm:spPr/>
      <dgm:t>
        <a:bodyPr/>
        <a:lstStyle/>
        <a:p>
          <a:endParaRPr lang="en-US"/>
        </a:p>
      </dgm:t>
    </dgm:pt>
    <dgm:pt modelId="{06A90641-85F0-41A0-BFC8-59CB456E702B}" type="sibTrans" cxnId="{1082BDA3-A2EA-4676-9769-9F370338D9C7}">
      <dgm:prSet/>
      <dgm:spPr/>
      <dgm:t>
        <a:bodyPr/>
        <a:lstStyle/>
        <a:p>
          <a:endParaRPr lang="en-US"/>
        </a:p>
      </dgm:t>
    </dgm:pt>
    <dgm:pt modelId="{A56FAB39-C242-43A6-BF9C-A96A33595CDE}">
      <dgm:prSet custT="1"/>
      <dgm:spPr/>
      <dgm:t>
        <a:bodyPr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Ease of Integration</a:t>
          </a:r>
        </a:p>
      </dgm:t>
    </dgm:pt>
    <dgm:pt modelId="{98560EED-73BD-46DD-9E70-59A342433283}" type="parTrans" cxnId="{1B0A99F8-073D-4A53-AFB0-A42BF993153E}">
      <dgm:prSet/>
      <dgm:spPr/>
      <dgm:t>
        <a:bodyPr/>
        <a:lstStyle/>
        <a:p>
          <a:endParaRPr lang="en-US"/>
        </a:p>
      </dgm:t>
    </dgm:pt>
    <dgm:pt modelId="{CEA24752-C6FC-402E-809E-3AD599116409}" type="sibTrans" cxnId="{1B0A99F8-073D-4A53-AFB0-A42BF993153E}">
      <dgm:prSet/>
      <dgm:spPr/>
      <dgm:t>
        <a:bodyPr/>
        <a:lstStyle/>
        <a:p>
          <a:endParaRPr lang="en-US"/>
        </a:p>
      </dgm:t>
    </dgm:pt>
    <dgm:pt modelId="{07527F35-2512-4322-A84C-B3387D9EEEFF}">
      <dgm:prSet custT="1"/>
      <dgm:spPr/>
      <dgm:t>
        <a:bodyPr/>
        <a:lstStyle/>
        <a:p>
          <a:r>
            <a:rPr lang="en-IN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Accuracy of grammar correction</a:t>
          </a:r>
          <a:endParaRPr lang="en-US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475F20-789F-4255-99C4-C20E8B86A65E}" type="parTrans" cxnId="{7528EC98-6031-4D9D-9DC6-15F64473AAD8}">
      <dgm:prSet/>
      <dgm:spPr/>
      <dgm:t>
        <a:bodyPr/>
        <a:lstStyle/>
        <a:p>
          <a:endParaRPr lang="en-US"/>
        </a:p>
      </dgm:t>
    </dgm:pt>
    <dgm:pt modelId="{A150D8B0-D8A2-4AB9-B2AD-D465B230B241}" type="sibTrans" cxnId="{7528EC98-6031-4D9D-9DC6-15F64473AAD8}">
      <dgm:prSet/>
      <dgm:spPr/>
      <dgm:t>
        <a:bodyPr/>
        <a:lstStyle/>
        <a:p>
          <a:endParaRPr lang="en-US"/>
        </a:p>
      </dgm:t>
    </dgm:pt>
    <dgm:pt modelId="{32BAD194-68FB-41C8-8B6B-2B267415F291}" type="pres">
      <dgm:prSet presAssocID="{154A6B27-6400-40F3-AAEB-C6E6E3B68362}" presName="root" presStyleCnt="0">
        <dgm:presLayoutVars>
          <dgm:dir/>
          <dgm:resizeHandles val="exact"/>
        </dgm:presLayoutVars>
      </dgm:prSet>
      <dgm:spPr/>
    </dgm:pt>
    <dgm:pt modelId="{2482FB95-07D2-4689-8AF9-31FE52D2CC64}" type="pres">
      <dgm:prSet presAssocID="{D7CDA007-8FDA-41D1-9B8F-74352E2CB608}" presName="compNode" presStyleCnt="0"/>
      <dgm:spPr/>
    </dgm:pt>
    <dgm:pt modelId="{4C28725A-3C4C-4A01-B546-CF609AC0D934}" type="pres">
      <dgm:prSet presAssocID="{D7CDA007-8FDA-41D1-9B8F-74352E2CB60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37A9346-625E-4279-93AB-C1C8817A1690}" type="pres">
      <dgm:prSet presAssocID="{D7CDA007-8FDA-41D1-9B8F-74352E2CB608}" presName="spaceRect" presStyleCnt="0"/>
      <dgm:spPr/>
    </dgm:pt>
    <dgm:pt modelId="{03CBAE4D-60F3-4320-AB36-CC8844EE2EB6}" type="pres">
      <dgm:prSet presAssocID="{D7CDA007-8FDA-41D1-9B8F-74352E2CB608}" presName="textRect" presStyleLbl="revTx" presStyleIdx="0" presStyleCnt="5">
        <dgm:presLayoutVars>
          <dgm:chMax val="1"/>
          <dgm:chPref val="1"/>
        </dgm:presLayoutVars>
      </dgm:prSet>
      <dgm:spPr/>
    </dgm:pt>
    <dgm:pt modelId="{67E64F92-EEFA-41C8-88C7-7FF8D0F6C9D6}" type="pres">
      <dgm:prSet presAssocID="{D0C5CDE1-C80B-4CCD-B0CB-E27E04094728}" presName="sibTrans" presStyleCnt="0"/>
      <dgm:spPr/>
    </dgm:pt>
    <dgm:pt modelId="{C62D0589-9E24-48EB-A74D-06952AD7CD6B}" type="pres">
      <dgm:prSet presAssocID="{79098BCC-FCFF-4679-A474-AC49484E3744}" presName="compNode" presStyleCnt="0"/>
      <dgm:spPr/>
    </dgm:pt>
    <dgm:pt modelId="{9C79EB30-F4DD-4B6C-9B3A-46EB2B6BD13D}" type="pres">
      <dgm:prSet presAssocID="{79098BCC-FCFF-4679-A474-AC49484E374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7AE2857-D4B5-4317-A85F-485B5CD7A227}" type="pres">
      <dgm:prSet presAssocID="{79098BCC-FCFF-4679-A474-AC49484E3744}" presName="spaceRect" presStyleCnt="0"/>
      <dgm:spPr/>
    </dgm:pt>
    <dgm:pt modelId="{43CCE719-1B25-43D1-87F6-56CC266015AD}" type="pres">
      <dgm:prSet presAssocID="{79098BCC-FCFF-4679-A474-AC49484E3744}" presName="textRect" presStyleLbl="revTx" presStyleIdx="1" presStyleCnt="5">
        <dgm:presLayoutVars>
          <dgm:chMax val="1"/>
          <dgm:chPref val="1"/>
        </dgm:presLayoutVars>
      </dgm:prSet>
      <dgm:spPr/>
    </dgm:pt>
    <dgm:pt modelId="{E5DD1494-436C-48FA-8EA9-456284636BB0}" type="pres">
      <dgm:prSet presAssocID="{9DE1FA16-B505-4083-A133-3F216EE6D359}" presName="sibTrans" presStyleCnt="0"/>
      <dgm:spPr/>
    </dgm:pt>
    <dgm:pt modelId="{5E07EAE8-278B-4F8B-922A-F1D5390EF806}" type="pres">
      <dgm:prSet presAssocID="{F2871E9F-D6CE-4D15-B094-A0F6DBFD93EB}" presName="compNode" presStyleCnt="0"/>
      <dgm:spPr/>
    </dgm:pt>
    <dgm:pt modelId="{55B72565-D03E-4B12-AA88-A4CD02FF8789}" type="pres">
      <dgm:prSet presAssocID="{F2871E9F-D6CE-4D15-B094-A0F6DBFD93E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F25D323-5671-49B3-8F03-151342F9DB65}" type="pres">
      <dgm:prSet presAssocID="{F2871E9F-D6CE-4D15-B094-A0F6DBFD93EB}" presName="spaceRect" presStyleCnt="0"/>
      <dgm:spPr/>
    </dgm:pt>
    <dgm:pt modelId="{1CF35674-D65D-4E68-BDF0-1D29798ADAA9}" type="pres">
      <dgm:prSet presAssocID="{F2871E9F-D6CE-4D15-B094-A0F6DBFD93EB}" presName="textRect" presStyleLbl="revTx" presStyleIdx="2" presStyleCnt="5">
        <dgm:presLayoutVars>
          <dgm:chMax val="1"/>
          <dgm:chPref val="1"/>
        </dgm:presLayoutVars>
      </dgm:prSet>
      <dgm:spPr/>
    </dgm:pt>
    <dgm:pt modelId="{1BF85171-5B2A-4D13-86E7-FD84433DC5C6}" type="pres">
      <dgm:prSet presAssocID="{06A90641-85F0-41A0-BFC8-59CB456E702B}" presName="sibTrans" presStyleCnt="0"/>
      <dgm:spPr/>
    </dgm:pt>
    <dgm:pt modelId="{A46F9933-233E-4D57-8569-33C167C80C68}" type="pres">
      <dgm:prSet presAssocID="{A56FAB39-C242-43A6-BF9C-A96A33595CDE}" presName="compNode" presStyleCnt="0"/>
      <dgm:spPr/>
    </dgm:pt>
    <dgm:pt modelId="{909701A8-9458-4783-A5DC-8B61E3B2FF00}" type="pres">
      <dgm:prSet presAssocID="{A56FAB39-C242-43A6-BF9C-A96A33595CD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E7B60FA-14E1-4E13-8AB2-771C8736261C}" type="pres">
      <dgm:prSet presAssocID="{A56FAB39-C242-43A6-BF9C-A96A33595CDE}" presName="spaceRect" presStyleCnt="0"/>
      <dgm:spPr/>
    </dgm:pt>
    <dgm:pt modelId="{1B3050C2-D423-491B-8994-761A59E6C8C5}" type="pres">
      <dgm:prSet presAssocID="{A56FAB39-C242-43A6-BF9C-A96A33595CDE}" presName="textRect" presStyleLbl="revTx" presStyleIdx="3" presStyleCnt="5">
        <dgm:presLayoutVars>
          <dgm:chMax val="1"/>
          <dgm:chPref val="1"/>
        </dgm:presLayoutVars>
      </dgm:prSet>
      <dgm:spPr/>
    </dgm:pt>
    <dgm:pt modelId="{C3578E3A-B65E-446F-9114-A7A00C7AA1FA}" type="pres">
      <dgm:prSet presAssocID="{CEA24752-C6FC-402E-809E-3AD599116409}" presName="sibTrans" presStyleCnt="0"/>
      <dgm:spPr/>
    </dgm:pt>
    <dgm:pt modelId="{9A427799-FF78-4FBE-85C5-A6705E033DEF}" type="pres">
      <dgm:prSet presAssocID="{07527F35-2512-4322-A84C-B3387D9EEEFF}" presName="compNode" presStyleCnt="0"/>
      <dgm:spPr/>
    </dgm:pt>
    <dgm:pt modelId="{E1631FB9-DAB8-4889-8462-B23DD196940A}" type="pres">
      <dgm:prSet presAssocID="{07527F35-2512-4322-A84C-B3387D9EEEF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C588998-AFFE-4888-920A-D705EEEEEFDB}" type="pres">
      <dgm:prSet presAssocID="{07527F35-2512-4322-A84C-B3387D9EEEFF}" presName="spaceRect" presStyleCnt="0"/>
      <dgm:spPr/>
    </dgm:pt>
    <dgm:pt modelId="{913C3B99-45FA-4F78-A981-99B16E7C6571}" type="pres">
      <dgm:prSet presAssocID="{07527F35-2512-4322-A84C-B3387D9EEEF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B99E127-E2F7-493E-B085-E62B345DC1F1}" srcId="{154A6B27-6400-40F3-AAEB-C6E6E3B68362}" destId="{D7CDA007-8FDA-41D1-9B8F-74352E2CB608}" srcOrd="0" destOrd="0" parTransId="{1D88B89D-43B6-43B2-ACC8-B625787DAE0B}" sibTransId="{D0C5CDE1-C80B-4CCD-B0CB-E27E04094728}"/>
    <dgm:cxn modelId="{0786822C-693E-416D-9596-162892AC01AF}" type="presOf" srcId="{154A6B27-6400-40F3-AAEB-C6E6E3B68362}" destId="{32BAD194-68FB-41C8-8B6B-2B267415F291}" srcOrd="0" destOrd="0" presId="urn:microsoft.com/office/officeart/2018/2/layout/IconLabelList"/>
    <dgm:cxn modelId="{F57BFC60-6D87-4414-B4ED-76930A9A6F0F}" type="presOf" srcId="{07527F35-2512-4322-A84C-B3387D9EEEFF}" destId="{913C3B99-45FA-4F78-A981-99B16E7C6571}" srcOrd="0" destOrd="0" presId="urn:microsoft.com/office/officeart/2018/2/layout/IconLabelList"/>
    <dgm:cxn modelId="{B43C3663-0F58-4D02-8CA1-01946601904A}" type="presOf" srcId="{F2871E9F-D6CE-4D15-B094-A0F6DBFD93EB}" destId="{1CF35674-D65D-4E68-BDF0-1D29798ADAA9}" srcOrd="0" destOrd="0" presId="urn:microsoft.com/office/officeart/2018/2/layout/IconLabelList"/>
    <dgm:cxn modelId="{CDE98C50-5963-4918-B74D-3998D185C672}" type="presOf" srcId="{A56FAB39-C242-43A6-BF9C-A96A33595CDE}" destId="{1B3050C2-D423-491B-8994-761A59E6C8C5}" srcOrd="0" destOrd="0" presId="urn:microsoft.com/office/officeart/2018/2/layout/IconLabelList"/>
    <dgm:cxn modelId="{911C9E5A-6FFF-4E18-B5C3-D48A420D06FB}" type="presOf" srcId="{79098BCC-FCFF-4679-A474-AC49484E3744}" destId="{43CCE719-1B25-43D1-87F6-56CC266015AD}" srcOrd="0" destOrd="0" presId="urn:microsoft.com/office/officeart/2018/2/layout/IconLabelList"/>
    <dgm:cxn modelId="{D6491988-C80B-4A92-B536-1577988D5C4A}" srcId="{154A6B27-6400-40F3-AAEB-C6E6E3B68362}" destId="{79098BCC-FCFF-4679-A474-AC49484E3744}" srcOrd="1" destOrd="0" parTransId="{E0674348-C3D9-40E0-BF70-2A8AEFD6593D}" sibTransId="{9DE1FA16-B505-4083-A133-3F216EE6D359}"/>
    <dgm:cxn modelId="{7528EC98-6031-4D9D-9DC6-15F64473AAD8}" srcId="{154A6B27-6400-40F3-AAEB-C6E6E3B68362}" destId="{07527F35-2512-4322-A84C-B3387D9EEEFF}" srcOrd="4" destOrd="0" parTransId="{DB475F20-789F-4255-99C4-C20E8B86A65E}" sibTransId="{A150D8B0-D8A2-4AB9-B2AD-D465B230B241}"/>
    <dgm:cxn modelId="{1082BDA3-A2EA-4676-9769-9F370338D9C7}" srcId="{154A6B27-6400-40F3-AAEB-C6E6E3B68362}" destId="{F2871E9F-D6CE-4D15-B094-A0F6DBFD93EB}" srcOrd="2" destOrd="0" parTransId="{2F7E72A3-3C9F-4280-B9A6-959E6B6E1424}" sibTransId="{06A90641-85F0-41A0-BFC8-59CB456E702B}"/>
    <dgm:cxn modelId="{FBA38DAE-A34D-4A52-8C33-AEDD976370FD}" type="presOf" srcId="{D7CDA007-8FDA-41D1-9B8F-74352E2CB608}" destId="{03CBAE4D-60F3-4320-AB36-CC8844EE2EB6}" srcOrd="0" destOrd="0" presId="urn:microsoft.com/office/officeart/2018/2/layout/IconLabelList"/>
    <dgm:cxn modelId="{1B0A99F8-073D-4A53-AFB0-A42BF993153E}" srcId="{154A6B27-6400-40F3-AAEB-C6E6E3B68362}" destId="{A56FAB39-C242-43A6-BF9C-A96A33595CDE}" srcOrd="3" destOrd="0" parTransId="{98560EED-73BD-46DD-9E70-59A342433283}" sibTransId="{CEA24752-C6FC-402E-809E-3AD599116409}"/>
    <dgm:cxn modelId="{F5B0C099-4CA8-4418-88DD-C70C1C0B0BAA}" type="presParOf" srcId="{32BAD194-68FB-41C8-8B6B-2B267415F291}" destId="{2482FB95-07D2-4689-8AF9-31FE52D2CC64}" srcOrd="0" destOrd="0" presId="urn:microsoft.com/office/officeart/2018/2/layout/IconLabelList"/>
    <dgm:cxn modelId="{831BF96B-6FEC-49C3-9C4F-AE2B79AC756F}" type="presParOf" srcId="{2482FB95-07D2-4689-8AF9-31FE52D2CC64}" destId="{4C28725A-3C4C-4A01-B546-CF609AC0D934}" srcOrd="0" destOrd="0" presId="urn:microsoft.com/office/officeart/2018/2/layout/IconLabelList"/>
    <dgm:cxn modelId="{6294FA7B-DD2D-46F4-877B-45CCA2C850FF}" type="presParOf" srcId="{2482FB95-07D2-4689-8AF9-31FE52D2CC64}" destId="{937A9346-625E-4279-93AB-C1C8817A1690}" srcOrd="1" destOrd="0" presId="urn:microsoft.com/office/officeart/2018/2/layout/IconLabelList"/>
    <dgm:cxn modelId="{1A76E97D-2C03-45B6-8EA4-01FFD80466D8}" type="presParOf" srcId="{2482FB95-07D2-4689-8AF9-31FE52D2CC64}" destId="{03CBAE4D-60F3-4320-AB36-CC8844EE2EB6}" srcOrd="2" destOrd="0" presId="urn:microsoft.com/office/officeart/2018/2/layout/IconLabelList"/>
    <dgm:cxn modelId="{20D88C8E-9A84-4BCB-AAD1-874475A22FBA}" type="presParOf" srcId="{32BAD194-68FB-41C8-8B6B-2B267415F291}" destId="{67E64F92-EEFA-41C8-88C7-7FF8D0F6C9D6}" srcOrd="1" destOrd="0" presId="urn:microsoft.com/office/officeart/2018/2/layout/IconLabelList"/>
    <dgm:cxn modelId="{BBF4B81B-AAAD-40FE-A2B7-021C789C3CDB}" type="presParOf" srcId="{32BAD194-68FB-41C8-8B6B-2B267415F291}" destId="{C62D0589-9E24-48EB-A74D-06952AD7CD6B}" srcOrd="2" destOrd="0" presId="urn:microsoft.com/office/officeart/2018/2/layout/IconLabelList"/>
    <dgm:cxn modelId="{BBD5118F-DB14-463C-A5B2-CAA627B910E3}" type="presParOf" srcId="{C62D0589-9E24-48EB-A74D-06952AD7CD6B}" destId="{9C79EB30-F4DD-4B6C-9B3A-46EB2B6BD13D}" srcOrd="0" destOrd="0" presId="urn:microsoft.com/office/officeart/2018/2/layout/IconLabelList"/>
    <dgm:cxn modelId="{102487B0-F711-4647-A562-09EE639E3D96}" type="presParOf" srcId="{C62D0589-9E24-48EB-A74D-06952AD7CD6B}" destId="{07AE2857-D4B5-4317-A85F-485B5CD7A227}" srcOrd="1" destOrd="0" presId="urn:microsoft.com/office/officeart/2018/2/layout/IconLabelList"/>
    <dgm:cxn modelId="{769D96D4-8E15-447F-A530-536BE3E26E03}" type="presParOf" srcId="{C62D0589-9E24-48EB-A74D-06952AD7CD6B}" destId="{43CCE719-1B25-43D1-87F6-56CC266015AD}" srcOrd="2" destOrd="0" presId="urn:microsoft.com/office/officeart/2018/2/layout/IconLabelList"/>
    <dgm:cxn modelId="{2C5E9E22-67F2-4E69-B384-9AD91853F11F}" type="presParOf" srcId="{32BAD194-68FB-41C8-8B6B-2B267415F291}" destId="{E5DD1494-436C-48FA-8EA9-456284636BB0}" srcOrd="3" destOrd="0" presId="urn:microsoft.com/office/officeart/2018/2/layout/IconLabelList"/>
    <dgm:cxn modelId="{B8870883-66A8-4D79-9CDB-E42547F36008}" type="presParOf" srcId="{32BAD194-68FB-41C8-8B6B-2B267415F291}" destId="{5E07EAE8-278B-4F8B-922A-F1D5390EF806}" srcOrd="4" destOrd="0" presId="urn:microsoft.com/office/officeart/2018/2/layout/IconLabelList"/>
    <dgm:cxn modelId="{04F2A661-5721-4342-9F9A-3FDA81C955CE}" type="presParOf" srcId="{5E07EAE8-278B-4F8B-922A-F1D5390EF806}" destId="{55B72565-D03E-4B12-AA88-A4CD02FF8789}" srcOrd="0" destOrd="0" presId="urn:microsoft.com/office/officeart/2018/2/layout/IconLabelList"/>
    <dgm:cxn modelId="{F518CF83-9A29-4DA5-9192-C0A54236CC2F}" type="presParOf" srcId="{5E07EAE8-278B-4F8B-922A-F1D5390EF806}" destId="{0F25D323-5671-49B3-8F03-151342F9DB65}" srcOrd="1" destOrd="0" presId="urn:microsoft.com/office/officeart/2018/2/layout/IconLabelList"/>
    <dgm:cxn modelId="{98AE6BF5-A1B6-40C4-949D-2CD3F49D6EE9}" type="presParOf" srcId="{5E07EAE8-278B-4F8B-922A-F1D5390EF806}" destId="{1CF35674-D65D-4E68-BDF0-1D29798ADAA9}" srcOrd="2" destOrd="0" presId="urn:microsoft.com/office/officeart/2018/2/layout/IconLabelList"/>
    <dgm:cxn modelId="{6A2EDBF6-E16C-4BF1-81B6-5C92969F9F35}" type="presParOf" srcId="{32BAD194-68FB-41C8-8B6B-2B267415F291}" destId="{1BF85171-5B2A-4D13-86E7-FD84433DC5C6}" srcOrd="5" destOrd="0" presId="urn:microsoft.com/office/officeart/2018/2/layout/IconLabelList"/>
    <dgm:cxn modelId="{529C5EF5-CA10-4551-8A6F-2D1253F32361}" type="presParOf" srcId="{32BAD194-68FB-41C8-8B6B-2B267415F291}" destId="{A46F9933-233E-4D57-8569-33C167C80C68}" srcOrd="6" destOrd="0" presId="urn:microsoft.com/office/officeart/2018/2/layout/IconLabelList"/>
    <dgm:cxn modelId="{C629197D-BDDD-4812-97BC-022F6C2FAD2D}" type="presParOf" srcId="{A46F9933-233E-4D57-8569-33C167C80C68}" destId="{909701A8-9458-4783-A5DC-8B61E3B2FF00}" srcOrd="0" destOrd="0" presId="urn:microsoft.com/office/officeart/2018/2/layout/IconLabelList"/>
    <dgm:cxn modelId="{B2127EBC-3826-42D5-90BF-60E9CA9C6D4B}" type="presParOf" srcId="{A46F9933-233E-4D57-8569-33C167C80C68}" destId="{BE7B60FA-14E1-4E13-8AB2-771C8736261C}" srcOrd="1" destOrd="0" presId="urn:microsoft.com/office/officeart/2018/2/layout/IconLabelList"/>
    <dgm:cxn modelId="{C2C81807-72FB-4C03-BCBC-23F4C4DE1332}" type="presParOf" srcId="{A46F9933-233E-4D57-8569-33C167C80C68}" destId="{1B3050C2-D423-491B-8994-761A59E6C8C5}" srcOrd="2" destOrd="0" presId="urn:microsoft.com/office/officeart/2018/2/layout/IconLabelList"/>
    <dgm:cxn modelId="{4E31460E-B628-423F-8AE7-12389DB824AE}" type="presParOf" srcId="{32BAD194-68FB-41C8-8B6B-2B267415F291}" destId="{C3578E3A-B65E-446F-9114-A7A00C7AA1FA}" srcOrd="7" destOrd="0" presId="urn:microsoft.com/office/officeart/2018/2/layout/IconLabelList"/>
    <dgm:cxn modelId="{7EB8CAF3-F3E9-4F28-8913-65F9D7477BD7}" type="presParOf" srcId="{32BAD194-68FB-41C8-8B6B-2B267415F291}" destId="{9A427799-FF78-4FBE-85C5-A6705E033DEF}" srcOrd="8" destOrd="0" presId="urn:microsoft.com/office/officeart/2018/2/layout/IconLabelList"/>
    <dgm:cxn modelId="{986C2235-C658-4753-8BCB-E6BFA1C12DB7}" type="presParOf" srcId="{9A427799-FF78-4FBE-85C5-A6705E033DEF}" destId="{E1631FB9-DAB8-4889-8462-B23DD196940A}" srcOrd="0" destOrd="0" presId="urn:microsoft.com/office/officeart/2018/2/layout/IconLabelList"/>
    <dgm:cxn modelId="{73F44C27-0BC1-4D68-A098-8F6522D37E14}" type="presParOf" srcId="{9A427799-FF78-4FBE-85C5-A6705E033DEF}" destId="{AC588998-AFFE-4888-920A-D705EEEEEFDB}" srcOrd="1" destOrd="0" presId="urn:microsoft.com/office/officeart/2018/2/layout/IconLabelList"/>
    <dgm:cxn modelId="{95486A9B-4113-49BA-B37C-6421FFE3B0E1}" type="presParOf" srcId="{9A427799-FF78-4FBE-85C5-A6705E033DEF}" destId="{913C3B99-45FA-4F78-A981-99B16E7C65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7A673-712B-4BF1-AE16-1E3FB264B5DA}">
      <dsp:nvSpPr>
        <dsp:cNvPr id="0" name=""/>
        <dsp:cNvSpPr/>
      </dsp:nvSpPr>
      <dsp:spPr>
        <a:xfrm>
          <a:off x="218916" y="893057"/>
          <a:ext cx="913248" cy="9132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6C02C-B243-492B-AA2C-5EDC444A5F4C}">
      <dsp:nvSpPr>
        <dsp:cNvPr id="0" name=""/>
        <dsp:cNvSpPr/>
      </dsp:nvSpPr>
      <dsp:spPr>
        <a:xfrm>
          <a:off x="410698" y="1084839"/>
          <a:ext cx="529683" cy="5296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52F13-36F2-4971-91B5-560472D74C63}">
      <dsp:nvSpPr>
        <dsp:cNvPr id="0" name=""/>
        <dsp:cNvSpPr/>
      </dsp:nvSpPr>
      <dsp:spPr>
        <a:xfrm>
          <a:off x="1327860" y="893057"/>
          <a:ext cx="2152655" cy="913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Contextual Understanding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7860" y="893057"/>
        <a:ext cx="2152655" cy="913248"/>
      </dsp:txXfrm>
    </dsp:sp>
    <dsp:sp modelId="{48572772-40AC-407F-ABB6-D2EB54EDC0DA}">
      <dsp:nvSpPr>
        <dsp:cNvPr id="0" name=""/>
        <dsp:cNvSpPr/>
      </dsp:nvSpPr>
      <dsp:spPr>
        <a:xfrm>
          <a:off x="3855600" y="893057"/>
          <a:ext cx="913248" cy="9132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D624D-623F-4B7E-AEB0-8431AECCD666}">
      <dsp:nvSpPr>
        <dsp:cNvPr id="0" name=""/>
        <dsp:cNvSpPr/>
      </dsp:nvSpPr>
      <dsp:spPr>
        <a:xfrm>
          <a:off x="4047382" y="1084839"/>
          <a:ext cx="529683" cy="5296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53E9C-4AB9-46C1-AA82-24AFE2FA3E86}">
      <dsp:nvSpPr>
        <dsp:cNvPr id="0" name=""/>
        <dsp:cNvSpPr/>
      </dsp:nvSpPr>
      <dsp:spPr>
        <a:xfrm>
          <a:off x="4964544" y="893057"/>
          <a:ext cx="2152655" cy="913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Ambiguity Resolution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64544" y="893057"/>
        <a:ext cx="2152655" cy="913248"/>
      </dsp:txXfrm>
    </dsp:sp>
    <dsp:sp modelId="{08C680D5-F6C1-4164-821F-26F6D7940BCD}">
      <dsp:nvSpPr>
        <dsp:cNvPr id="0" name=""/>
        <dsp:cNvSpPr/>
      </dsp:nvSpPr>
      <dsp:spPr>
        <a:xfrm>
          <a:off x="7492284" y="893057"/>
          <a:ext cx="913248" cy="9132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8AF04-DAD3-401D-B823-7AD982A01CD4}">
      <dsp:nvSpPr>
        <dsp:cNvPr id="0" name=""/>
        <dsp:cNvSpPr/>
      </dsp:nvSpPr>
      <dsp:spPr>
        <a:xfrm>
          <a:off x="7684066" y="1084839"/>
          <a:ext cx="529683" cy="5296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70402-D463-40E8-8B75-70A1A00A84DE}">
      <dsp:nvSpPr>
        <dsp:cNvPr id="0" name=""/>
        <dsp:cNvSpPr/>
      </dsp:nvSpPr>
      <dsp:spPr>
        <a:xfrm>
          <a:off x="8601228" y="893057"/>
          <a:ext cx="2152655" cy="913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Non-Standard Language and Creativity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601228" y="893057"/>
        <a:ext cx="2152655" cy="913248"/>
      </dsp:txXfrm>
    </dsp:sp>
    <dsp:sp modelId="{15C3A658-F657-4BF5-9853-5AE09D3F2F9E}">
      <dsp:nvSpPr>
        <dsp:cNvPr id="0" name=""/>
        <dsp:cNvSpPr/>
      </dsp:nvSpPr>
      <dsp:spPr>
        <a:xfrm>
          <a:off x="218916" y="2546238"/>
          <a:ext cx="913248" cy="9132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AABF0-0CE9-4BB2-BD37-5F49760D63B7}">
      <dsp:nvSpPr>
        <dsp:cNvPr id="0" name=""/>
        <dsp:cNvSpPr/>
      </dsp:nvSpPr>
      <dsp:spPr>
        <a:xfrm>
          <a:off x="410698" y="2738020"/>
          <a:ext cx="529683" cy="5296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C6FCD-7C96-43B1-801F-8B5B7A9E2FA9}">
      <dsp:nvSpPr>
        <dsp:cNvPr id="0" name=""/>
        <dsp:cNvSpPr/>
      </dsp:nvSpPr>
      <dsp:spPr>
        <a:xfrm>
          <a:off x="1327860" y="2546238"/>
          <a:ext cx="2152655" cy="913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Handling Style Variations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7860" y="2546238"/>
        <a:ext cx="2152655" cy="913248"/>
      </dsp:txXfrm>
    </dsp:sp>
    <dsp:sp modelId="{EE4576E7-4D04-4AD1-BFC5-033B6C7DD27E}">
      <dsp:nvSpPr>
        <dsp:cNvPr id="0" name=""/>
        <dsp:cNvSpPr/>
      </dsp:nvSpPr>
      <dsp:spPr>
        <a:xfrm>
          <a:off x="3855600" y="2546238"/>
          <a:ext cx="913248" cy="9132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C59B2-0D34-44A7-AC90-0F0B1FA178BF}">
      <dsp:nvSpPr>
        <dsp:cNvPr id="0" name=""/>
        <dsp:cNvSpPr/>
      </dsp:nvSpPr>
      <dsp:spPr>
        <a:xfrm>
          <a:off x="4047382" y="2738020"/>
          <a:ext cx="529683" cy="5296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42CC7-83D3-44F5-BE08-A91DAF07A74E}">
      <dsp:nvSpPr>
        <dsp:cNvPr id="0" name=""/>
        <dsp:cNvSpPr/>
      </dsp:nvSpPr>
      <dsp:spPr>
        <a:xfrm>
          <a:off x="4964544" y="2546238"/>
          <a:ext cx="2152655" cy="913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Availability of Training Data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64544" y="2546238"/>
        <a:ext cx="2152655" cy="913248"/>
      </dsp:txXfrm>
    </dsp:sp>
    <dsp:sp modelId="{157A72B3-C17E-43D5-B0D4-1928458E5AB3}">
      <dsp:nvSpPr>
        <dsp:cNvPr id="0" name=""/>
        <dsp:cNvSpPr/>
      </dsp:nvSpPr>
      <dsp:spPr>
        <a:xfrm>
          <a:off x="7492284" y="2546238"/>
          <a:ext cx="913248" cy="91324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BD161C-E337-4B1C-BF64-E4AAD9A6F827}">
      <dsp:nvSpPr>
        <dsp:cNvPr id="0" name=""/>
        <dsp:cNvSpPr/>
      </dsp:nvSpPr>
      <dsp:spPr>
        <a:xfrm>
          <a:off x="7684066" y="2738020"/>
          <a:ext cx="529683" cy="5296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A79CF-F6C3-405C-B1A3-13391F8E4F3B}">
      <dsp:nvSpPr>
        <dsp:cNvPr id="0" name=""/>
        <dsp:cNvSpPr/>
      </dsp:nvSpPr>
      <dsp:spPr>
        <a:xfrm>
          <a:off x="8601228" y="2546238"/>
          <a:ext cx="2152655" cy="913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Idiomatic Expressions and Colloquialisms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601228" y="2546238"/>
        <a:ext cx="2152655" cy="9132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45329-5C1B-4BE0-B3CB-BAAE9D7267EC}">
      <dsp:nvSpPr>
        <dsp:cNvPr id="0" name=""/>
        <dsp:cNvSpPr/>
      </dsp:nvSpPr>
      <dsp:spPr>
        <a:xfrm>
          <a:off x="1976400" y="60913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9F7BA-B3F6-45B3-BC5D-27557D1D752F}">
      <dsp:nvSpPr>
        <dsp:cNvPr id="0" name=""/>
        <dsp:cNvSpPr/>
      </dsp:nvSpPr>
      <dsp:spPr>
        <a:xfrm>
          <a:off x="788400" y="302341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At least Python 3.7 with Python-based dependencies</a:t>
          </a:r>
          <a:endParaRPr lang="en-US" sz="2600" kern="1200"/>
        </a:p>
      </dsp:txBody>
      <dsp:txXfrm>
        <a:off x="788400" y="3023411"/>
        <a:ext cx="4320000" cy="720000"/>
      </dsp:txXfrm>
    </dsp:sp>
    <dsp:sp modelId="{2C567072-A138-4E02-AB12-17DB40EB2C17}">
      <dsp:nvSpPr>
        <dsp:cNvPr id="0" name=""/>
        <dsp:cNvSpPr/>
      </dsp:nvSpPr>
      <dsp:spPr>
        <a:xfrm>
          <a:off x="7052400" y="60913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68BF4-CD8F-47D9-AB4A-C75839CC12EC}">
      <dsp:nvSpPr>
        <dsp:cNvPr id="0" name=""/>
        <dsp:cNvSpPr/>
      </dsp:nvSpPr>
      <dsp:spPr>
        <a:xfrm>
          <a:off x="5864400" y="302341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Operating system- Windows, Mac or Linux</a:t>
          </a:r>
          <a:endParaRPr lang="en-US" sz="2600" kern="1200"/>
        </a:p>
      </dsp:txBody>
      <dsp:txXfrm>
        <a:off x="5864400" y="3023411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8725A-3C4C-4A01-B546-CF609AC0D934}">
      <dsp:nvSpPr>
        <dsp:cNvPr id="0" name=""/>
        <dsp:cNvSpPr/>
      </dsp:nvSpPr>
      <dsp:spPr>
        <a:xfrm>
          <a:off x="851400" y="106421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BAE4D-60F3-4320-AB36-CC8844EE2EB6}">
      <dsp:nvSpPr>
        <dsp:cNvPr id="0" name=""/>
        <dsp:cNvSpPr/>
      </dsp:nvSpPr>
      <dsp:spPr>
        <a:xfrm>
          <a:off x="356400" y="220833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6400" y="2208331"/>
        <a:ext cx="1800000" cy="1080000"/>
      </dsp:txXfrm>
    </dsp:sp>
    <dsp:sp modelId="{9C79EB30-F4DD-4B6C-9B3A-46EB2B6BD13D}">
      <dsp:nvSpPr>
        <dsp:cNvPr id="0" name=""/>
        <dsp:cNvSpPr/>
      </dsp:nvSpPr>
      <dsp:spPr>
        <a:xfrm>
          <a:off x="2966400" y="106421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CE719-1B25-43D1-87F6-56CC266015AD}">
      <dsp:nvSpPr>
        <dsp:cNvPr id="0" name=""/>
        <dsp:cNvSpPr/>
      </dsp:nvSpPr>
      <dsp:spPr>
        <a:xfrm>
          <a:off x="2471400" y="220833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 training time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71400" y="2208331"/>
        <a:ext cx="1800000" cy="1080000"/>
      </dsp:txXfrm>
    </dsp:sp>
    <dsp:sp modelId="{55B72565-D03E-4B12-AA88-A4CD02FF8789}">
      <dsp:nvSpPr>
        <dsp:cNvPr id="0" name=""/>
        <dsp:cNvSpPr/>
      </dsp:nvSpPr>
      <dsp:spPr>
        <a:xfrm>
          <a:off x="5081400" y="106421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35674-D65D-4E68-BDF0-1D29798ADAA9}">
      <dsp:nvSpPr>
        <dsp:cNvPr id="0" name=""/>
        <dsp:cNvSpPr/>
      </dsp:nvSpPr>
      <dsp:spPr>
        <a:xfrm>
          <a:off x="4586400" y="220833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System resource utilization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86400" y="2208331"/>
        <a:ext cx="1800000" cy="1080000"/>
      </dsp:txXfrm>
    </dsp:sp>
    <dsp:sp modelId="{909701A8-9458-4783-A5DC-8B61E3B2FF00}">
      <dsp:nvSpPr>
        <dsp:cNvPr id="0" name=""/>
        <dsp:cNvSpPr/>
      </dsp:nvSpPr>
      <dsp:spPr>
        <a:xfrm>
          <a:off x="7196400" y="106421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050C2-D423-491B-8994-761A59E6C8C5}">
      <dsp:nvSpPr>
        <dsp:cNvPr id="0" name=""/>
        <dsp:cNvSpPr/>
      </dsp:nvSpPr>
      <dsp:spPr>
        <a:xfrm>
          <a:off x="6701400" y="220833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Ease of Integration</a:t>
          </a:r>
        </a:p>
      </dsp:txBody>
      <dsp:txXfrm>
        <a:off x="6701400" y="2208331"/>
        <a:ext cx="1800000" cy="1080000"/>
      </dsp:txXfrm>
    </dsp:sp>
    <dsp:sp modelId="{E1631FB9-DAB8-4889-8462-B23DD196940A}">
      <dsp:nvSpPr>
        <dsp:cNvPr id="0" name=""/>
        <dsp:cNvSpPr/>
      </dsp:nvSpPr>
      <dsp:spPr>
        <a:xfrm>
          <a:off x="9311399" y="106421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C3B99-45FA-4F78-A981-99B16E7C6571}">
      <dsp:nvSpPr>
        <dsp:cNvPr id="0" name=""/>
        <dsp:cNvSpPr/>
      </dsp:nvSpPr>
      <dsp:spPr>
        <a:xfrm>
          <a:off x="8816400" y="2208331"/>
          <a:ext cx="180000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Accuracy of grammar correction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816400" y="2208331"/>
        <a:ext cx="1800000" cy="108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671CA-AE16-4BF6-A4E6-C10FEA311FBA}" type="datetimeFigureOut">
              <a:rPr lang="en-IN" smtClean="0"/>
              <a:t>28-05-2024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CF44F-8188-4F71-824A-CBF8FC26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25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782212c98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4782212c98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Vismaya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4782212c98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24782212c98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3842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71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071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304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0651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8805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1192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575719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70" lvl="1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54" lvl="2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339" lvl="3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924" lvl="4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509" lvl="5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7093" lvl="6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678" lvl="7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263" lvl="8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97780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 rot="5400000">
            <a:off x="3833017" y="-1623219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236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0491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9051" y="-26987"/>
            <a:ext cx="9180515" cy="6884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68811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/>
        </p:nvSpPr>
        <p:spPr>
          <a:xfrm>
            <a:off x="1289054" y="6357959"/>
            <a:ext cx="10331485" cy="50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85342" defTabSz="1219170">
              <a:buClr>
                <a:srgbClr val="9BBB59"/>
              </a:buClr>
              <a:buSzPts val="2000"/>
            </a:pPr>
            <a:endParaRPr sz="2667" kern="0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12369" y="1240187"/>
            <a:ext cx="12192000" cy="1695104"/>
          </a:xfrm>
          <a:prstGeom prst="rect">
            <a:avLst/>
          </a:prstGeom>
          <a:solidFill>
            <a:srgbClr val="E35F13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2800"/>
            </a:pPr>
            <a:r>
              <a:rPr lang="en-IN" sz="3733" b="1" kern="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Design of  Spell-checker and Grammar-checker for Kannada Documents</a:t>
            </a:r>
          </a:p>
          <a:p>
            <a:pPr algn="ctr" defTabSz="1219170">
              <a:buClr>
                <a:srgbClr val="000000"/>
              </a:buClr>
              <a:buSzPts val="2800"/>
            </a:pPr>
            <a:r>
              <a:rPr lang="en-IN" sz="2800" b="1" kern="0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Arial"/>
              </a:rPr>
              <a:t>Semester End Examination - 2024</a:t>
            </a:r>
          </a:p>
        </p:txBody>
      </p:sp>
      <p:sp>
        <p:nvSpPr>
          <p:cNvPr id="133" name="Google Shape;133;p25"/>
          <p:cNvSpPr txBox="1"/>
          <p:nvPr/>
        </p:nvSpPr>
        <p:spPr>
          <a:xfrm>
            <a:off x="-641" y="1258383"/>
            <a:ext cx="12192400" cy="107700"/>
          </a:xfrm>
          <a:prstGeom prst="rect">
            <a:avLst/>
          </a:prstGeom>
          <a:solidFill>
            <a:srgbClr val="00405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defTabSz="1219170">
              <a:buClr>
                <a:srgbClr val="000000"/>
              </a:buClr>
              <a:buSzPts val="100"/>
            </a:pPr>
            <a:endParaRPr sz="1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-643" y="2953489"/>
            <a:ext cx="12192400" cy="107700"/>
          </a:xfrm>
          <a:prstGeom prst="rect">
            <a:avLst/>
          </a:prstGeom>
          <a:solidFill>
            <a:srgbClr val="00405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defTabSz="1219170">
              <a:buClr>
                <a:srgbClr val="000000"/>
              </a:buClr>
              <a:buSzPts val="100"/>
            </a:pPr>
            <a:endParaRPr sz="1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43A2CF-C248-CD4E-D02A-896EDA3F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2320" y="4637474"/>
            <a:ext cx="5859437" cy="1374283"/>
          </a:xfrm>
        </p:spPr>
        <p:txBody>
          <a:bodyPr/>
          <a:lstStyle/>
          <a:p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Ananya M                             01JST20IS008</a:t>
            </a:r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Dhanya</a:t>
            </a:r>
            <a: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 Hegde                  01JST20IS016</a:t>
            </a:r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Dhanika Gowda D                01JST20IS054</a:t>
            </a:r>
            <a:br>
              <a:rPr lang="en-IN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743DFDA-8DC0-79DE-31EA-79EEBF4AB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769" y="3871418"/>
            <a:ext cx="10363200" cy="1500187"/>
          </a:xfrm>
        </p:spPr>
        <p:txBody>
          <a:bodyPr/>
          <a:lstStyle/>
          <a:p>
            <a:pPr algn="ctr"/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IN" sz="2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J </a:t>
            </a:r>
            <a:r>
              <a:rPr lang="en-IN" sz="2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Prathibha</a:t>
            </a:r>
            <a:endParaRPr lang="en-IN" sz="2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  <a:p>
            <a:endParaRPr lang="en-IN" sz="27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F10FE-18EA-5761-6D0D-B246F1B748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r>
              <a:rPr lang="en" kern="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E7628A-F737-3A81-2843-BB0EAF1F01DD}"/>
              </a:ext>
            </a:extLst>
          </p:cNvPr>
          <p:cNvSpPr txBox="1"/>
          <p:nvPr/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normAutofit/>
          </a:bodyPr>
          <a:lstStyle/>
          <a:p>
            <a:pPr algn="ctr" defTabSz="1219170"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sz="4800" b="1" i="0" u="none" strike="noStrike" kern="0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Introduction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8DC93-0AA5-9D7B-E136-0CE572018E21}"/>
              </a:ext>
            </a:extLst>
          </p:cNvPr>
          <p:cNvSpPr txBox="1"/>
          <p:nvPr/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rmAutofit/>
          </a:bodyPr>
          <a:lstStyle/>
          <a:p>
            <a:pPr marL="609585" indent="-457189" defTabSz="1219170">
              <a:lnSpc>
                <a:spcPct val="90000"/>
              </a:lnSpc>
              <a:spcBef>
                <a:spcPts val="48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700" b="0" i="0" u="none" strike="noStrike" kern="0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Grammatical Error Correction (GEC) involves detecting and correcting grammatical errors in sentences, including spelling mistakes, article misuse, prepositions, pronouns, nouns, and poor sentence construction.</a:t>
            </a:r>
          </a:p>
          <a:p>
            <a:pPr marL="609585" indent="-457189" defTabSz="1219170">
              <a:lnSpc>
                <a:spcPct val="90000"/>
              </a:lnSpc>
              <a:spcBef>
                <a:spcPts val="48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700" b="0" i="0" u="none" strike="noStrike" kern="0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NLP technology equips machines to understand and rectify various grammatical nuances in text.</a:t>
            </a:r>
          </a:p>
          <a:p>
            <a:pPr marL="609585" indent="-457189" defTabSz="1219170">
              <a:lnSpc>
                <a:spcPct val="90000"/>
              </a:lnSpc>
              <a:spcBef>
                <a:spcPts val="48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700" b="0" i="0" u="none" strike="noStrike" kern="0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GEC model for Kannada is a pioneering initiative using NLP technology.</a:t>
            </a:r>
          </a:p>
          <a:p>
            <a:pPr marL="609585" indent="-457189" defTabSz="1219170">
              <a:lnSpc>
                <a:spcPct val="90000"/>
              </a:lnSpc>
              <a:spcBef>
                <a:spcPts val="48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700" b="0" i="0" u="none" strike="noStrike" kern="0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It aims to make written Kannada better by studying the details of Kannada grammar, how words are put together, and the words used.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12B1C4-E3BE-0D9F-76E0-1545E72CB7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140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CC1F-0CBA-B7B6-0411-B58879A6E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8802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sz="4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Open Issues Identified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D00B9-F799-D927-1BF3-CCCBF8EE3E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14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" sz="140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78CE23D4-F064-EA14-29AB-5C90172A30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181065"/>
              </p:ext>
            </p:extLst>
          </p:nvPr>
        </p:nvGraphicFramePr>
        <p:xfrm>
          <a:off x="609600" y="1608137"/>
          <a:ext cx="10972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9475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271A-6E17-11C4-4F13-B55D9B03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520" y="1006070"/>
            <a:ext cx="10972800" cy="1143000"/>
          </a:xfrm>
        </p:spPr>
        <p:txBody>
          <a:bodyPr/>
          <a:lstStyle/>
          <a:p>
            <a:r>
              <a:rPr lang="en-IN" sz="4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  <a:br>
              <a:rPr lang="en-IN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4EFEE-02C0-E73B-A22D-90E11D21E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89729"/>
            <a:ext cx="10972800" cy="4525963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7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unga" panose="020B0502040204020203" pitchFamily="34" charset="0"/>
              </a:rPr>
              <a:t>Kannada has a unique linguistic structure, and publicly no Kannada grammar-correcting tools are available. Hence development of a tool to fix spelling and grammar errors in Kannada documents is proposed in this project.</a:t>
            </a:r>
            <a:endParaRPr lang="en-IN" sz="27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unga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72719-5A03-1646-C86D-86D0C6C41C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4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089863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449C7-F6B7-5069-2A6D-BFF00F207113}"/>
              </a:ext>
            </a:extLst>
          </p:cNvPr>
          <p:cNvSpPr txBox="1"/>
          <p:nvPr/>
        </p:nvSpPr>
        <p:spPr>
          <a:xfrm>
            <a:off x="0" y="721455"/>
            <a:ext cx="10620376" cy="94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 algn="just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80990" indent="-380990" algn="just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IN" sz="240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3AE9C7-99BA-3E70-D80C-69636929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24604"/>
            <a:ext cx="10972800" cy="1143000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endParaRPr lang="en-IN" sz="4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6297AA-7357-3056-6122-0DA819DAB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616" y="1798996"/>
            <a:ext cx="10972800" cy="4525963"/>
          </a:xfrm>
        </p:spPr>
        <p:txBody>
          <a:bodyPr/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7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Creation of Kannada lexicon for spell-checking.</a:t>
            </a:r>
            <a:endParaRPr lang="en-US" sz="27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7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Creation of a labelled dataset for grammatical error detection.</a:t>
            </a:r>
            <a:endParaRPr lang="en-US" sz="27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7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Spell checker: </a:t>
            </a:r>
            <a:r>
              <a:rPr lang="en-US" sz="27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Detects misspelt words and offers suggestions, ensuring accurate spellings.</a:t>
            </a:r>
            <a:endParaRPr lang="en-US" sz="27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7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Grammatical error detection using the BERT model.</a:t>
            </a:r>
            <a:endParaRPr lang="en-US" sz="27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7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Grammatical error correction by </a:t>
            </a:r>
            <a:r>
              <a:rPr lang="en-US" sz="27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identifying and correcting grammatical errors based on subject-verb agreement.</a:t>
            </a:r>
            <a:endParaRPr lang="en-US" sz="27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0FEA8-278A-1629-1657-C8FD2090E5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5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80236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D3D6-0044-6C1C-FC06-70CD994A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23959"/>
            <a:ext cx="10972800" cy="1143000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DB0A0-A888-CBD5-4EFF-C2BFEFBA7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30388"/>
            <a:ext cx="10972800" cy="4525963"/>
          </a:xfrm>
        </p:spPr>
        <p:txBody>
          <a:bodyPr/>
          <a:lstStyle/>
          <a:p>
            <a:r>
              <a:rPr lang="en-US" sz="2700" dirty="0">
                <a:latin typeface="Times New Roman" panose="02020603050405020304" pitchFamily="18" charset="0"/>
                <a:ea typeface="Aptos" panose="020B0004020202020204" pitchFamily="34" charset="0"/>
              </a:rPr>
              <a:t>D</a:t>
            </a:r>
            <a:r>
              <a:rPr lang="en-US" sz="27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eveloping a grammar error correction tool specifically for Kannada documents.</a:t>
            </a:r>
          </a:p>
          <a:p>
            <a:r>
              <a:rPr lang="en-US" sz="2700" dirty="0">
                <a:latin typeface="Times New Roman" panose="02020603050405020304" pitchFamily="18" charset="0"/>
                <a:ea typeface="Aptos" panose="020B0004020202020204" pitchFamily="34" charset="0"/>
              </a:rPr>
              <a:t>I</a:t>
            </a:r>
            <a:r>
              <a:rPr lang="en-US" sz="27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dentifying and correcting common grammatical errors, including spelling mistakes</a:t>
            </a:r>
            <a:r>
              <a:rPr lang="en-US" sz="2700" dirty="0"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r>
              <a:rPr lang="en-US" sz="27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</a:p>
          <a:p>
            <a:r>
              <a:rPr lang="en-US" sz="2700" dirty="0">
                <a:latin typeface="Times New Roman" panose="02020603050405020304" pitchFamily="18" charset="0"/>
                <a:ea typeface="Aptos" panose="020B0004020202020204" pitchFamily="34" charset="0"/>
              </a:rPr>
              <a:t>U</a:t>
            </a:r>
            <a:r>
              <a:rPr lang="en-US" sz="27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ser-friendly interface for inputting text and viewing corrections</a:t>
            </a:r>
            <a:r>
              <a:rPr lang="en-US" sz="2700" dirty="0">
                <a:latin typeface="Times New Roman" panose="02020603050405020304" pitchFamily="18" charset="0"/>
                <a:ea typeface="Aptos" panose="020B0004020202020204" pitchFamily="34" charset="0"/>
              </a:rPr>
              <a:t>.</a:t>
            </a:r>
            <a:endParaRPr lang="en-US" sz="27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7AFEE-AA40-8CB9-DBB0-4E9F22768B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36629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8B11-F9CF-1FAF-5EA7-364CE6B0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6316"/>
            <a:ext cx="10972800" cy="1388853"/>
          </a:xfrm>
        </p:spPr>
        <p:txBody>
          <a:bodyPr/>
          <a:lstStyle/>
          <a:p>
            <a:r>
              <a:rPr lang="en-US" sz="4800" b="1" kern="100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Literature Review</a:t>
            </a:r>
            <a:br>
              <a:rPr lang="en-IN" sz="48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686C9-E182-FB2B-EA8E-9C0A9C5E9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BAA76A-5BBA-9211-3D7C-0FC6AEB20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884741"/>
              </p:ext>
            </p:extLst>
          </p:nvPr>
        </p:nvGraphicFramePr>
        <p:xfrm>
          <a:off x="0" y="1473988"/>
          <a:ext cx="12192000" cy="5286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8619">
                  <a:extLst>
                    <a:ext uri="{9D8B030D-6E8A-4147-A177-3AD203B41FA5}">
                      <a16:colId xmlns:a16="http://schemas.microsoft.com/office/drawing/2014/main" val="2512510884"/>
                    </a:ext>
                  </a:extLst>
                </a:gridCol>
                <a:gridCol w="2085266">
                  <a:extLst>
                    <a:ext uri="{9D8B030D-6E8A-4147-A177-3AD203B41FA5}">
                      <a16:colId xmlns:a16="http://schemas.microsoft.com/office/drawing/2014/main" val="3139672644"/>
                    </a:ext>
                  </a:extLst>
                </a:gridCol>
                <a:gridCol w="2248011">
                  <a:extLst>
                    <a:ext uri="{9D8B030D-6E8A-4147-A177-3AD203B41FA5}">
                      <a16:colId xmlns:a16="http://schemas.microsoft.com/office/drawing/2014/main" val="3816778021"/>
                    </a:ext>
                  </a:extLst>
                </a:gridCol>
                <a:gridCol w="1364688">
                  <a:extLst>
                    <a:ext uri="{9D8B030D-6E8A-4147-A177-3AD203B41FA5}">
                      <a16:colId xmlns:a16="http://schemas.microsoft.com/office/drawing/2014/main" val="954240745"/>
                    </a:ext>
                  </a:extLst>
                </a:gridCol>
                <a:gridCol w="2387226">
                  <a:extLst>
                    <a:ext uri="{9D8B030D-6E8A-4147-A177-3AD203B41FA5}">
                      <a16:colId xmlns:a16="http://schemas.microsoft.com/office/drawing/2014/main" val="985944309"/>
                    </a:ext>
                  </a:extLst>
                </a:gridCol>
                <a:gridCol w="2387226">
                  <a:extLst>
                    <a:ext uri="{9D8B030D-6E8A-4147-A177-3AD203B41FA5}">
                      <a16:colId xmlns:a16="http://schemas.microsoft.com/office/drawing/2014/main" val="1434222205"/>
                    </a:ext>
                  </a:extLst>
                </a:gridCol>
                <a:gridCol w="1250964">
                  <a:extLst>
                    <a:ext uri="{9D8B030D-6E8A-4147-A177-3AD203B41FA5}">
                      <a16:colId xmlns:a16="http://schemas.microsoft.com/office/drawing/2014/main" val="1342908033"/>
                    </a:ext>
                  </a:extLst>
                </a:gridCol>
              </a:tblGrid>
              <a:tr h="5927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 err="1">
                          <a:effectLst/>
                        </a:rPr>
                        <a:t>Sl</a:t>
                      </a:r>
                      <a:r>
                        <a:rPr lang="en-IN" sz="1400" kern="0" dirty="0">
                          <a:effectLst/>
                        </a:rPr>
                        <a:t> no.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Author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Title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Language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Approach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extLst>
                  <a:ext uri="{0D108BD9-81ED-4DB2-BD59-A6C34878D82A}">
                    <a16:rowId xmlns:a16="http://schemas.microsoft.com/office/drawing/2014/main" val="602319090"/>
                  </a:ext>
                </a:extLst>
              </a:tr>
              <a:tr h="9056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1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A.N.M Fahim Faisal, Md. </a:t>
                      </a:r>
                      <a:r>
                        <a:rPr lang="en-IN" sz="1400" kern="0" dirty="0" err="1">
                          <a:effectLst/>
                        </a:rPr>
                        <a:t>Afikur</a:t>
                      </a:r>
                      <a:r>
                        <a:rPr lang="en-IN" sz="1400" kern="0" dirty="0">
                          <a:effectLst/>
                        </a:rPr>
                        <a:t> Rahman, </a:t>
                      </a:r>
                      <a:r>
                        <a:rPr lang="en-IN" sz="1400" kern="0" dirty="0" err="1">
                          <a:effectLst/>
                        </a:rPr>
                        <a:t>Tanjila</a:t>
                      </a:r>
                      <a:r>
                        <a:rPr lang="en-IN" sz="1400" kern="0" dirty="0">
                          <a:effectLst/>
                        </a:rPr>
                        <a:t> Farah(2021)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A Rule-Based Bengali Grammar Checker[1]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Bangla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Rule-based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Lots of manual work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86%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extLst>
                  <a:ext uri="{0D108BD9-81ED-4DB2-BD59-A6C34878D82A}">
                    <a16:rowId xmlns:a16="http://schemas.microsoft.com/office/drawing/2014/main" val="1158713544"/>
                  </a:ext>
                </a:extLst>
              </a:tr>
              <a:tr h="12450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 err="1">
                          <a:effectLst/>
                        </a:rPr>
                        <a:t>Selvakumar</a:t>
                      </a:r>
                      <a:r>
                        <a:rPr lang="en-IN" sz="1400" kern="0" dirty="0">
                          <a:effectLst/>
                        </a:rPr>
                        <a:t> Murugan, Tamil </a:t>
                      </a:r>
                      <a:r>
                        <a:rPr lang="en-IN" sz="1400" kern="0" dirty="0" err="1">
                          <a:effectLst/>
                        </a:rPr>
                        <a:t>Arasan</a:t>
                      </a:r>
                      <a:r>
                        <a:rPr lang="en-IN" sz="1400" kern="0" dirty="0">
                          <a:effectLst/>
                        </a:rPr>
                        <a:t> </a:t>
                      </a:r>
                      <a:r>
                        <a:rPr lang="en-IN" sz="1400" kern="0" dirty="0" err="1">
                          <a:effectLst/>
                        </a:rPr>
                        <a:t>Bakthavatchalam</a:t>
                      </a:r>
                      <a:r>
                        <a:rPr lang="en-IN" sz="1400" kern="0" dirty="0">
                          <a:effectLst/>
                        </a:rPr>
                        <a:t>, </a:t>
                      </a:r>
                      <a:r>
                        <a:rPr lang="en-IN" sz="1400" kern="0" dirty="0" err="1">
                          <a:effectLst/>
                        </a:rPr>
                        <a:t>Malaikannan</a:t>
                      </a:r>
                      <a:r>
                        <a:rPr lang="en-IN" sz="1400" kern="0" dirty="0">
                          <a:effectLst/>
                        </a:rPr>
                        <a:t> </a:t>
                      </a:r>
                      <a:r>
                        <a:rPr lang="en-IN" sz="1400" kern="0" dirty="0" err="1">
                          <a:effectLst/>
                        </a:rPr>
                        <a:t>Sankarasubbu</a:t>
                      </a:r>
                      <a:r>
                        <a:rPr lang="en-IN" sz="1400" kern="0" dirty="0">
                          <a:effectLst/>
                        </a:rPr>
                        <a:t>(2020)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 err="1">
                          <a:effectLst/>
                        </a:rPr>
                        <a:t>SymSpell</a:t>
                      </a:r>
                      <a:r>
                        <a:rPr lang="en-IN" sz="1400" kern="0" dirty="0">
                          <a:effectLst/>
                        </a:rPr>
                        <a:t> and LSTM based </a:t>
                      </a:r>
                      <a:r>
                        <a:rPr lang="en-IN" sz="1400" kern="0" dirty="0" err="1">
                          <a:effectLst/>
                        </a:rPr>
                        <a:t>SpellCheckers</a:t>
                      </a:r>
                      <a:r>
                        <a:rPr lang="en-IN" sz="1400" kern="0" dirty="0">
                          <a:effectLst/>
                        </a:rPr>
                        <a:t> for Tamil[2]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Tamil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Long Short-Term Memory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Takes longer to train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Requires more memory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63.9%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extLst>
                  <a:ext uri="{0D108BD9-81ED-4DB2-BD59-A6C34878D82A}">
                    <a16:rowId xmlns:a16="http://schemas.microsoft.com/office/drawing/2014/main" val="3416632518"/>
                  </a:ext>
                </a:extLst>
              </a:tr>
              <a:tr h="10319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Prabhakar Gupta(2020)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A context-sensitive real-time Spell Checker with language adaptability[3]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English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N-gram algorithm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context awareness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Difficulty with ambiguity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89%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extLst>
                  <a:ext uri="{0D108BD9-81ED-4DB2-BD59-A6C34878D82A}">
                    <a16:rowId xmlns:a16="http://schemas.microsoft.com/office/drawing/2014/main" val="2132927202"/>
                  </a:ext>
                </a:extLst>
              </a:tr>
              <a:tr h="15109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Aqil M. Azmi, Manal N. Almutery, and Hatim A. Aboalsamh(2019)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Real-Word Errors in Arabic Texts: A Better Algorithm for Detection and Correction[4]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>
                          <a:effectLst/>
                        </a:rPr>
                        <a:t>Arabic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N-gram algorithm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context awareness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Difficulty with ambiguity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0" dirty="0">
                          <a:effectLst/>
                        </a:rPr>
                        <a:t>98%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44" marR="57644" marT="57644" marB="57644"/>
                </a:tc>
                <a:extLst>
                  <a:ext uri="{0D108BD9-81ED-4DB2-BD59-A6C34878D82A}">
                    <a16:rowId xmlns:a16="http://schemas.microsoft.com/office/drawing/2014/main" val="1029762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66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A553E-64F5-0D1B-BF34-412C67EC5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B15151-26D7-D60C-7EB7-FBEFFF77E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409011"/>
              </p:ext>
            </p:extLst>
          </p:nvPr>
        </p:nvGraphicFramePr>
        <p:xfrm>
          <a:off x="0" y="860843"/>
          <a:ext cx="12191998" cy="5136314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468619">
                  <a:extLst>
                    <a:ext uri="{9D8B030D-6E8A-4147-A177-3AD203B41FA5}">
                      <a16:colId xmlns:a16="http://schemas.microsoft.com/office/drawing/2014/main" val="1338738350"/>
                    </a:ext>
                  </a:extLst>
                </a:gridCol>
                <a:gridCol w="2085269">
                  <a:extLst>
                    <a:ext uri="{9D8B030D-6E8A-4147-A177-3AD203B41FA5}">
                      <a16:colId xmlns:a16="http://schemas.microsoft.com/office/drawing/2014/main" val="801982724"/>
                    </a:ext>
                  </a:extLst>
                </a:gridCol>
                <a:gridCol w="2248010">
                  <a:extLst>
                    <a:ext uri="{9D8B030D-6E8A-4147-A177-3AD203B41FA5}">
                      <a16:colId xmlns:a16="http://schemas.microsoft.com/office/drawing/2014/main" val="581982661"/>
                    </a:ext>
                  </a:extLst>
                </a:gridCol>
                <a:gridCol w="1364687">
                  <a:extLst>
                    <a:ext uri="{9D8B030D-6E8A-4147-A177-3AD203B41FA5}">
                      <a16:colId xmlns:a16="http://schemas.microsoft.com/office/drawing/2014/main" val="2295208782"/>
                    </a:ext>
                  </a:extLst>
                </a:gridCol>
                <a:gridCol w="2387226">
                  <a:extLst>
                    <a:ext uri="{9D8B030D-6E8A-4147-A177-3AD203B41FA5}">
                      <a16:colId xmlns:a16="http://schemas.microsoft.com/office/drawing/2014/main" val="1297889081"/>
                    </a:ext>
                  </a:extLst>
                </a:gridCol>
                <a:gridCol w="2387226">
                  <a:extLst>
                    <a:ext uri="{9D8B030D-6E8A-4147-A177-3AD203B41FA5}">
                      <a16:colId xmlns:a16="http://schemas.microsoft.com/office/drawing/2014/main" val="2996997856"/>
                    </a:ext>
                  </a:extLst>
                </a:gridCol>
                <a:gridCol w="1250961">
                  <a:extLst>
                    <a:ext uri="{9D8B030D-6E8A-4147-A177-3AD203B41FA5}">
                      <a16:colId xmlns:a16="http://schemas.microsoft.com/office/drawing/2014/main" val="3432011511"/>
                    </a:ext>
                  </a:extLst>
                </a:gridCol>
              </a:tblGrid>
              <a:tr h="1532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 err="1">
                          <a:effectLst/>
                        </a:rPr>
                        <a:t>Romila</a:t>
                      </a:r>
                      <a:r>
                        <a:rPr lang="en-IN" sz="1300" kern="0" dirty="0">
                          <a:effectLst/>
                        </a:rPr>
                        <a:t> Aziz, Muhammad Waqas Anwar, Muhammad Hasan Jamal, Usama Ijaz Bajwa(2021)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>
                          <a:effectLst/>
                        </a:rPr>
                        <a:t>A hybrid model for spelling error detection and correction for Urdu language[5]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>
                          <a:effectLst/>
                        </a:rPr>
                        <a:t>Urdu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>
                          <a:effectLst/>
                        </a:rPr>
                        <a:t>N-gram algorithm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context awareness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Difficulty with ambiguity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>
                          <a:effectLst/>
                        </a:rPr>
                        <a:t>F</a:t>
                      </a:r>
                      <a:r>
                        <a:rPr lang="en-IN" sz="1300" kern="0" baseline="-25000">
                          <a:effectLst/>
                        </a:rPr>
                        <a:t>1</a:t>
                      </a:r>
                      <a:r>
                        <a:rPr lang="en-IN" sz="1300" kern="0">
                          <a:effectLst/>
                        </a:rPr>
                        <a:t>:88.29%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extLst>
                  <a:ext uri="{0D108BD9-81ED-4DB2-BD59-A6C34878D82A}">
                    <a16:rowId xmlns:a16="http://schemas.microsoft.com/office/drawing/2014/main" val="684043602"/>
                  </a:ext>
                </a:extLst>
              </a:tr>
              <a:tr h="13337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>
                          <a:effectLst/>
                        </a:rPr>
                        <a:t>Yash </a:t>
                      </a:r>
                      <a:r>
                        <a:rPr lang="en-IN" sz="1300" kern="0" dirty="0" err="1">
                          <a:effectLst/>
                        </a:rPr>
                        <a:t>Gondaliya</a:t>
                      </a:r>
                      <a:r>
                        <a:rPr lang="en-IN" sz="1300" kern="0" dirty="0">
                          <a:effectLst/>
                        </a:rPr>
                        <a:t>, </a:t>
                      </a:r>
                      <a:r>
                        <a:rPr lang="en-IN" sz="1300" kern="0" dirty="0" err="1">
                          <a:effectLst/>
                        </a:rPr>
                        <a:t>Poojan</a:t>
                      </a:r>
                      <a:r>
                        <a:rPr lang="en-IN" sz="1300" kern="0" dirty="0">
                          <a:effectLst/>
                        </a:rPr>
                        <a:t> </a:t>
                      </a:r>
                      <a:r>
                        <a:rPr lang="en-IN" sz="1300" kern="0" dirty="0" err="1">
                          <a:effectLst/>
                        </a:rPr>
                        <a:t>Kalariya</a:t>
                      </a:r>
                      <a:r>
                        <a:rPr lang="en-IN" sz="1300" kern="0" dirty="0">
                          <a:effectLst/>
                        </a:rPr>
                        <a:t>, </a:t>
                      </a:r>
                      <a:r>
                        <a:rPr lang="en-IN" sz="1300" kern="0" dirty="0" err="1">
                          <a:effectLst/>
                        </a:rPr>
                        <a:t>Brijeshkumar</a:t>
                      </a:r>
                      <a:r>
                        <a:rPr lang="en-IN" sz="1300" kern="0" dirty="0">
                          <a:effectLst/>
                        </a:rPr>
                        <a:t> Y. Panchal, Amit Nayak(2022)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>
                          <a:effectLst/>
                        </a:rPr>
                        <a:t>A Rule-based Grammar and Spell Checking[6]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>
                          <a:effectLst/>
                        </a:rPr>
                        <a:t>English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>
                          <a:effectLst/>
                        </a:rPr>
                        <a:t>Rule-based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Lots of manual work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>
                          <a:effectLst/>
                        </a:rPr>
                        <a:t>94%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extLst>
                  <a:ext uri="{0D108BD9-81ED-4DB2-BD59-A6C34878D82A}">
                    <a16:rowId xmlns:a16="http://schemas.microsoft.com/office/drawing/2014/main" val="3006275011"/>
                  </a:ext>
                </a:extLst>
              </a:tr>
              <a:tr h="11350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 err="1">
                          <a:effectLst/>
                        </a:rPr>
                        <a:t>Quanbin</a:t>
                      </a:r>
                      <a:r>
                        <a:rPr lang="en-IN" sz="1300" kern="100" dirty="0">
                          <a:effectLst/>
                        </a:rPr>
                        <a:t> Wang, Ying Tan(2020)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Grammatical Error Detection with Self Attention by Pairwise Training[7]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>
                          <a:effectLst/>
                        </a:rPr>
                        <a:t>English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>
                          <a:effectLst/>
                        </a:rPr>
                        <a:t>BERT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explicit grammar rules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Computationally expensive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>
                          <a:effectLst/>
                        </a:rPr>
                        <a:t>F</a:t>
                      </a:r>
                      <a:r>
                        <a:rPr lang="en-IN" sz="1300" kern="0" baseline="-25000">
                          <a:effectLst/>
                        </a:rPr>
                        <a:t>0.5</a:t>
                      </a:r>
                      <a:r>
                        <a:rPr lang="en-IN" sz="1300" kern="0">
                          <a:effectLst/>
                        </a:rPr>
                        <a:t>: 63.42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extLst>
                  <a:ext uri="{0D108BD9-81ED-4DB2-BD59-A6C34878D82A}">
                    <a16:rowId xmlns:a16="http://schemas.microsoft.com/office/drawing/2014/main" val="3334722486"/>
                  </a:ext>
                </a:extLst>
              </a:tr>
              <a:tr h="11350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>
                          <a:effectLst/>
                        </a:rPr>
                        <a:t>Senyue Hao, Gang Hao(2020)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A Research on Online Grammar Checker System Based on Neural Network Model[8]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>
                          <a:effectLst/>
                        </a:rPr>
                        <a:t>English</a:t>
                      </a:r>
                      <a:endParaRPr lang="en-IN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>
                          <a:effectLst/>
                        </a:rPr>
                        <a:t>Transformer model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Lack of explicit grammar rules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>
                          <a:effectLst/>
                        </a:rPr>
                        <a:t>F</a:t>
                      </a:r>
                      <a:r>
                        <a:rPr lang="en-IN" sz="1300" kern="0" baseline="-25000" dirty="0">
                          <a:effectLst/>
                        </a:rPr>
                        <a:t>0.5</a:t>
                      </a:r>
                      <a:r>
                        <a:rPr lang="en-IN" sz="1300" kern="0" dirty="0">
                          <a:effectLst/>
                        </a:rPr>
                        <a:t>: 60.93</a:t>
                      </a:r>
                      <a:endParaRPr lang="en-IN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3" marR="66133" marT="66133" marB="66133"/>
                </a:tc>
                <a:extLst>
                  <a:ext uri="{0D108BD9-81ED-4DB2-BD59-A6C34878D82A}">
                    <a16:rowId xmlns:a16="http://schemas.microsoft.com/office/drawing/2014/main" val="4031972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46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AA02A-8955-F649-9B4D-B594E73DBD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167AB3-F050-F3F6-0E34-375759CBE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16446"/>
              </p:ext>
            </p:extLst>
          </p:nvPr>
        </p:nvGraphicFramePr>
        <p:xfrm>
          <a:off x="0" y="726545"/>
          <a:ext cx="12192001" cy="440442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747838">
                  <a:extLst>
                    <a:ext uri="{9D8B030D-6E8A-4147-A177-3AD203B41FA5}">
                      <a16:colId xmlns:a16="http://schemas.microsoft.com/office/drawing/2014/main" val="181183438"/>
                    </a:ext>
                  </a:extLst>
                </a:gridCol>
                <a:gridCol w="2035601">
                  <a:extLst>
                    <a:ext uri="{9D8B030D-6E8A-4147-A177-3AD203B41FA5}">
                      <a16:colId xmlns:a16="http://schemas.microsoft.com/office/drawing/2014/main" val="680859347"/>
                    </a:ext>
                  </a:extLst>
                </a:gridCol>
                <a:gridCol w="2194469">
                  <a:extLst>
                    <a:ext uri="{9D8B030D-6E8A-4147-A177-3AD203B41FA5}">
                      <a16:colId xmlns:a16="http://schemas.microsoft.com/office/drawing/2014/main" val="64494409"/>
                    </a:ext>
                  </a:extLst>
                </a:gridCol>
                <a:gridCol w="1332186">
                  <a:extLst>
                    <a:ext uri="{9D8B030D-6E8A-4147-A177-3AD203B41FA5}">
                      <a16:colId xmlns:a16="http://schemas.microsoft.com/office/drawing/2014/main" val="2429528860"/>
                    </a:ext>
                  </a:extLst>
                </a:gridCol>
                <a:gridCol w="2330369">
                  <a:extLst>
                    <a:ext uri="{9D8B030D-6E8A-4147-A177-3AD203B41FA5}">
                      <a16:colId xmlns:a16="http://schemas.microsoft.com/office/drawing/2014/main" val="2881609309"/>
                    </a:ext>
                  </a:extLst>
                </a:gridCol>
                <a:gridCol w="2330369">
                  <a:extLst>
                    <a:ext uri="{9D8B030D-6E8A-4147-A177-3AD203B41FA5}">
                      <a16:colId xmlns:a16="http://schemas.microsoft.com/office/drawing/2014/main" val="1265473998"/>
                    </a:ext>
                  </a:extLst>
                </a:gridCol>
                <a:gridCol w="1221169">
                  <a:extLst>
                    <a:ext uri="{9D8B030D-6E8A-4147-A177-3AD203B41FA5}">
                      <a16:colId xmlns:a16="http://schemas.microsoft.com/office/drawing/2014/main" val="1913931163"/>
                    </a:ext>
                  </a:extLst>
                </a:gridCol>
              </a:tblGrid>
              <a:tr h="16013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IN" sz="1300" kern="100" dirty="0">
                          <a:effectLst/>
                        </a:rPr>
                        <a:t>H. M. U. </a:t>
                      </a:r>
                      <a:r>
                        <a:rPr lang="en-IN" sz="1300" kern="100" dirty="0" err="1">
                          <a:effectLst/>
                        </a:rPr>
                        <a:t>Pabasara</a:t>
                      </a:r>
                      <a:r>
                        <a:rPr lang="en-IN" sz="1300" kern="100" dirty="0">
                          <a:effectLst/>
                        </a:rPr>
                        <a:t>, S. </a:t>
                      </a:r>
                      <a:r>
                        <a:rPr lang="en-IN" sz="1300" kern="100" dirty="0" err="1">
                          <a:effectLst/>
                        </a:rPr>
                        <a:t>Jayalal</a:t>
                      </a:r>
                      <a:r>
                        <a:rPr lang="en-IN" sz="1300" kern="100" dirty="0">
                          <a:effectLst/>
                        </a:rPr>
                        <a:t>(2020)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 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Grammatical error detection and correction model for Sinhala language sentences[9]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>
                          <a:effectLst/>
                        </a:rPr>
                        <a:t>Sinhala</a:t>
                      </a:r>
                      <a:endParaRPr lang="en-IN" sz="1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Hybrid Approach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Increased complexity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Difficulty in fine-tuning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88.6%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extLst>
                  <a:ext uri="{0D108BD9-81ED-4DB2-BD59-A6C34878D82A}">
                    <a16:rowId xmlns:a16="http://schemas.microsoft.com/office/drawing/2014/main" val="3779595915"/>
                  </a:ext>
                </a:extLst>
              </a:tr>
              <a:tr h="28030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Rohit Saluja, Devaraj </a:t>
                      </a:r>
                      <a:r>
                        <a:rPr lang="en-IN" sz="1300" kern="100" dirty="0" err="1">
                          <a:effectLst/>
                        </a:rPr>
                        <a:t>Adiga</a:t>
                      </a:r>
                      <a:r>
                        <a:rPr lang="en-IN" sz="1300" kern="100" dirty="0">
                          <a:effectLst/>
                        </a:rPr>
                        <a:t>, Parag Chaudhuri, Ganesh Ramakrishnan, Mark Carman(2017)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Error Detection and Corrections in Indic OCR using LSTMs[10]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Sanskrit, Malayalam, Kannada, Hind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IN" sz="1300" kern="100" dirty="0">
                          <a:effectLst/>
                        </a:rPr>
                        <a:t>LSTM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0" dirty="0">
                          <a:effectLst/>
                        </a:rPr>
                        <a:t> 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Takes longer to train</a:t>
                      </a:r>
                    </a:p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Require more memory</a:t>
                      </a:r>
                      <a:endParaRPr lang="en-IN" sz="14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Precision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San- 93.72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Mal- 93.72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Kan- 97.66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Hindi- 92.44</a:t>
                      </a:r>
                      <a:endParaRPr lang="en-IN" sz="1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195" marR="72195" marT="72195" marB="72195"/>
                </a:tc>
                <a:extLst>
                  <a:ext uri="{0D108BD9-81ED-4DB2-BD59-A6C34878D82A}">
                    <a16:rowId xmlns:a16="http://schemas.microsoft.com/office/drawing/2014/main" val="417335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945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B728-0542-44AB-D1D8-62429284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681" y="819168"/>
            <a:ext cx="10972800" cy="1143000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8D195-37F9-A9D4-AD4F-02EB798C7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332037"/>
            <a:ext cx="10972800" cy="4525963"/>
          </a:xfrm>
        </p:spPr>
        <p:txBody>
          <a:bodyPr/>
          <a:lstStyle/>
          <a:p>
            <a:pPr marL="152396" indent="0" algn="ctr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4-core CPU</a:t>
            </a: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8 GB of RAM</a:t>
            </a: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computational device capable of running a browser</a:t>
            </a:r>
          </a:p>
          <a:p>
            <a:pPr marL="152396" indent="0">
              <a:buNone/>
            </a:pP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F806F-E81E-CE4A-D6C9-E3412E6C81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894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ADE6-9736-B7F1-3174-C0323A0B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1B54-BEC5-BD14-0D3A-C09C1DD6F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34" y="1126203"/>
            <a:ext cx="10972800" cy="1097596"/>
          </a:xfrm>
        </p:spPr>
        <p:txBody>
          <a:bodyPr wrap="square" anchor="ctr">
            <a:normAutofit/>
          </a:bodyPr>
          <a:lstStyle/>
          <a:p>
            <a:pPr marL="152396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72FA3-277E-FB71-0E62-4705389957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</p:spPr>
        <p:txBody>
          <a:bodyPr wrap="square" anchor="ctr">
            <a:normAutofit/>
          </a:bodyPr>
          <a:lstStyle/>
          <a:p>
            <a:pPr defTabSz="1219170"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1400" kern="0" smtClean="0"/>
              <a:pPr defTabSz="1219170"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" sz="1400" kern="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D4316269-E088-7D5F-7238-970209CC0D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8010656"/>
              </p:ext>
            </p:extLst>
          </p:nvPr>
        </p:nvGraphicFramePr>
        <p:xfrm>
          <a:off x="609600" y="1608137"/>
          <a:ext cx="10972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51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4D9DF-9CD3-945D-1D26-435A31713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55404"/>
            <a:ext cx="10972800" cy="4525963"/>
          </a:xfrm>
        </p:spPr>
        <p:txBody>
          <a:bodyPr/>
          <a:lstStyle/>
          <a:p>
            <a:pPr marL="152396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152396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Spelling error detection and correction</a:t>
            </a: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 error detection and correction</a:t>
            </a:r>
          </a:p>
          <a:p>
            <a:pPr marL="152396" indent="0">
              <a:buNone/>
            </a:pPr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7937F-16B1-36D9-944C-E41216DD2E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03868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70C292-F5DC-DC0E-D3B7-D8BC21BA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12807"/>
            <a:ext cx="10972800" cy="1276709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br>
              <a:rPr lang="en-IN" sz="3700" b="1" dirty="0"/>
            </a:br>
            <a:endParaRPr lang="en-US" sz="3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F1F47-C4EA-F05E-AF71-A4A72484B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14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" sz="1400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19FE3570-BBBC-4437-9697-B72A495E85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8552599"/>
              </p:ext>
            </p:extLst>
          </p:nvPr>
        </p:nvGraphicFramePr>
        <p:xfrm>
          <a:off x="609600" y="1608137"/>
          <a:ext cx="10972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90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20E2F-B845-C68F-BC62-5DA9A9C03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ctr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Tools and technologies</a:t>
            </a:r>
          </a:p>
          <a:p>
            <a:pPr marL="152396" indent="0" algn="ctr">
              <a:buNone/>
            </a:pPr>
            <a:endParaRPr lang="en-US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Pandas</a:t>
            </a:r>
          </a:p>
          <a:p>
            <a:r>
              <a:rPr lang="en-US" sz="27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Transformers</a:t>
            </a:r>
          </a:p>
          <a:p>
            <a:r>
              <a:rPr lang="en-US" sz="27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Flask</a:t>
            </a:r>
          </a:p>
          <a:p>
            <a:r>
              <a:rPr lang="en-US" sz="27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Hunspell</a:t>
            </a:r>
            <a:endParaRPr lang="en-US" sz="2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2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11E58-E9D8-CC99-D07E-D6547DF9D6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5399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0AD294-73BB-DFF7-B1FE-1064041E5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59" y="699654"/>
            <a:ext cx="10972800" cy="1143000"/>
          </a:xfrm>
        </p:spPr>
        <p:txBody>
          <a:bodyPr/>
          <a:lstStyle/>
          <a:p>
            <a:r>
              <a:rPr lang="en-US" sz="48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System </a:t>
            </a:r>
            <a:r>
              <a:rPr lang="en-US" sz="4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Design</a:t>
            </a:r>
            <a:endParaRPr lang="en-US" sz="4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3675-6FAD-8F26-8B83-4D1ABDA47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3600" y="1662345"/>
            <a:ext cx="5384800" cy="4381356"/>
          </a:xfrm>
        </p:spPr>
        <p:txBody>
          <a:bodyPr/>
          <a:lstStyle/>
          <a:p>
            <a:pPr marL="152396" indent="0" algn="ctr">
              <a:buNone/>
            </a:pPr>
            <a:r>
              <a:rPr lang="en-US" sz="3200" b="1" kern="1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High-Level Design</a:t>
            </a:r>
          </a:p>
          <a:p>
            <a:pPr marL="152396" indent="0">
              <a:buNone/>
            </a:pPr>
            <a:endParaRPr lang="en-US" sz="1800" b="1" kern="100" dirty="0">
              <a:solidFill>
                <a:srgbClr val="222222"/>
              </a:solidFill>
              <a:latin typeface="Times New Roman" panose="02020603050405020304" pitchFamily="18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pPr marL="152396" indent="0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A908E8-AD3C-28C0-575B-466861562D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FEC72-D438-A5C5-C0D9-2CC992D37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137" y="2476707"/>
            <a:ext cx="9133726" cy="3154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EDB21F-AC79-D940-724D-A2AE132AE1EF}"/>
              </a:ext>
            </a:extLst>
          </p:cNvPr>
          <p:cNvSpPr txBox="1"/>
          <p:nvPr/>
        </p:nvSpPr>
        <p:spPr>
          <a:xfrm>
            <a:off x="3154593" y="5722298"/>
            <a:ext cx="6091722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700" kern="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unga" panose="020B0502040204020203" pitchFamily="34" charset="0"/>
              </a:rPr>
              <a:t>Figure 1- High-level design</a:t>
            </a:r>
            <a:endParaRPr lang="en-US" sz="27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707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C062-DB00-E3F9-0E84-B6CA7D36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93" y="1087881"/>
            <a:ext cx="10972800" cy="564262"/>
          </a:xfrm>
        </p:spPr>
        <p:txBody>
          <a:bodyPr/>
          <a:lstStyle/>
          <a:p>
            <a:r>
              <a:rPr lang="en-IN" sz="3200" b="1" kern="1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Low-Level Design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764CC-628D-BEA0-332D-56D061FB8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33850"/>
            <a:ext cx="5384800" cy="4792313"/>
          </a:xfrm>
        </p:spPr>
        <p:txBody>
          <a:bodyPr/>
          <a:lstStyle/>
          <a:p>
            <a:pPr marL="152396" indent="0" algn="ctr">
              <a:buNone/>
            </a:pPr>
            <a:r>
              <a:rPr lang="en-IN" sz="3200" b="1" kern="1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 checking and correction </a:t>
            </a:r>
          </a:p>
          <a:p>
            <a:pPr marL="152396" indent="0"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5EE170-85DA-A91B-2288-8DCFC79044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019721" y="1946246"/>
            <a:ext cx="5384800" cy="4179916"/>
          </a:xfrm>
        </p:spPr>
        <p:txBody>
          <a:bodyPr/>
          <a:lstStyle/>
          <a:p>
            <a:r>
              <a:rPr lang="en-IN" sz="270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Importing Hunspell Library</a:t>
            </a:r>
          </a:p>
          <a:p>
            <a:r>
              <a:rPr lang="en-IN" sz="270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Initializing Hunspell</a:t>
            </a:r>
            <a:endParaRPr lang="en-IN" sz="270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270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Tokenizing the Text</a:t>
            </a:r>
          </a:p>
          <a:p>
            <a:r>
              <a:rPr lang="en-IN" sz="270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Checking and Correcting Spelling</a:t>
            </a:r>
            <a:endParaRPr lang="en-IN" sz="270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270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Joining Corrected Words</a:t>
            </a:r>
          </a:p>
          <a:p>
            <a:r>
              <a:rPr lang="en-IN" sz="270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Returning Corrected Text</a:t>
            </a:r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D2F1E-45D6-975E-EC0D-DCFBE528A7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pic>
        <p:nvPicPr>
          <p:cNvPr id="8" name="Picture 7" descr="A diagram of a person's hand&#10;&#10;Description automatically generated">
            <a:extLst>
              <a:ext uri="{FF2B5EF4-FFF2-40B4-BE49-F238E27FC236}">
                <a16:creationId xmlns:a16="http://schemas.microsoft.com/office/drawing/2014/main" id="{B123E816-5F9E-8F5D-66C6-04F5529AC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9" y="2587006"/>
            <a:ext cx="6858000" cy="228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95AEF8-347D-73B8-082E-219CCD9D9A87}"/>
              </a:ext>
            </a:extLst>
          </p:cNvPr>
          <p:cNvSpPr txBox="1"/>
          <p:nvPr/>
        </p:nvSpPr>
        <p:spPr>
          <a:xfrm>
            <a:off x="529390" y="5024387"/>
            <a:ext cx="6246796" cy="634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2- Spell checking and correction</a:t>
            </a:r>
            <a:endParaRPr lang="en-US" sz="2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283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BAC7887-93D7-B91B-0A6E-FF909689B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0569"/>
            <a:ext cx="5486399" cy="4949504"/>
          </a:xfrm>
        </p:spPr>
        <p:txBody>
          <a:bodyPr/>
          <a:lstStyle/>
          <a:p>
            <a:pPr marL="67732" indent="0" algn="ctr">
              <a:buNone/>
            </a:pPr>
            <a:r>
              <a:rPr lang="en-IN" sz="3200" b="1" kern="100" spc="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Grammatical error detection</a:t>
            </a:r>
            <a:br>
              <a:rPr lang="en-US" sz="267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6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C515384-7724-722C-342D-9580DB171C5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07200" y="1510017"/>
            <a:ext cx="5384800" cy="4530055"/>
          </a:xfrm>
        </p:spPr>
        <p:txBody>
          <a:bodyPr/>
          <a:lstStyle/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Database of Kannada corpus</a:t>
            </a: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 preprocessing using tokenization</a:t>
            </a:r>
            <a:endParaRPr lang="en-IN" sz="267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Divide the data into train</a:t>
            </a:r>
            <a:r>
              <a:rPr lang="en-IN" sz="2670" spc="10" dirty="0">
                <a:latin typeface="Times New Roman" panose="02020603050405020304" pitchFamily="18" charset="0"/>
                <a:ea typeface="Calibri" panose="020F0502020204030204" pitchFamily="34" charset="0"/>
              </a:rPr>
              <a:t> and</a:t>
            </a:r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test sets</a:t>
            </a: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Load </a:t>
            </a:r>
            <a:r>
              <a:rPr lang="en-IN" sz="2670" spc="1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distilBERT</a:t>
            </a:r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model and compile for training </a:t>
            </a:r>
            <a:r>
              <a:rPr lang="en-IN" sz="2670" spc="10" dirty="0"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ata</a:t>
            </a:r>
            <a:endParaRPr lang="en-IN" sz="2670" spc="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evaluation using </a:t>
            </a:r>
            <a:r>
              <a:rPr lang="en-IN" sz="2670" spc="10" dirty="0"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est </a:t>
            </a:r>
            <a:r>
              <a:rPr lang="en-IN" sz="2670" spc="10" dirty="0"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en-IN" sz="267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ata and freeze 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6C41A-EBC3-89E5-63E8-95E1286CEE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46B2AC63-1F0D-B6FE-A0A7-BB7E527BD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2045"/>
            <a:ext cx="6858000" cy="228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9EDDE3-950C-4991-5A2D-FDB93EA38819}"/>
              </a:ext>
            </a:extLst>
          </p:cNvPr>
          <p:cNvSpPr txBox="1"/>
          <p:nvPr/>
        </p:nvSpPr>
        <p:spPr>
          <a:xfrm>
            <a:off x="491957" y="5438274"/>
            <a:ext cx="6131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3- Grammatical error detection </a:t>
            </a:r>
            <a:endParaRPr lang="en-US" sz="2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388153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D816-F699-6D9A-544D-9E245D13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3200" b="1" kern="10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correction</a:t>
            </a:r>
            <a:endParaRPr lang="en-US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A0F9A-4F4E-C013-5EC4-AC1868AFB9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190072" y="1193533"/>
            <a:ext cx="4620126" cy="4884504"/>
          </a:xfrm>
        </p:spPr>
        <p:txBody>
          <a:bodyPr/>
          <a:lstStyle/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 for grammatical error correction in Kannada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subject-verb agreement errors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subject and verb within the sentence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rules to ensure agreement between them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C9915-FB33-FD7E-9496-FAE9D7431A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05E2B2-F9F5-4234-454A-B9ED9C8FE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49" y="1748355"/>
            <a:ext cx="6713218" cy="21306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AF450C-709B-0B36-0566-72AB48DACFF9}"/>
              </a:ext>
            </a:extLst>
          </p:cNvPr>
          <p:cNvSpPr txBox="1"/>
          <p:nvPr/>
        </p:nvSpPr>
        <p:spPr>
          <a:xfrm>
            <a:off x="272748" y="4475747"/>
            <a:ext cx="6128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700" kern="10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Figure 4- Grammatical error correction</a:t>
            </a:r>
            <a:endParaRPr lang="en-US" sz="270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pPr algn="ctr"/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458327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B4650-7441-D905-FB2F-75431257F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2290" y="1892724"/>
            <a:ext cx="10972800" cy="4122599"/>
          </a:xfrm>
        </p:spPr>
        <p:txBody>
          <a:bodyPr/>
          <a:lstStyle/>
          <a:p>
            <a:pPr marL="152396" indent="0" algn="ctr">
              <a:buNone/>
            </a:pPr>
            <a:r>
              <a:rPr lang="en-IN" b="1" kern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Spell Checking and Correction using Hunspell</a:t>
            </a:r>
          </a:p>
          <a:p>
            <a:pPr marL="152396" indent="0" algn="just">
              <a:buNone/>
            </a:pPr>
            <a:endParaRPr lang="en-US" sz="267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r>
              <a:rPr lang="en-US" sz="27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Hunspell</a:t>
            </a: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an open-source spell-checking and morphological analysis library, widely used across languages and applications</a:t>
            </a: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C45C2-CCA2-5F2B-1FA0-A2BC987CC7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6FB31-B8FC-5CD0-7D46-98700B15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9210"/>
            <a:ext cx="10972800" cy="1143000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99843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8091-1004-3DF1-5BCF-0BA87271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28734"/>
            <a:ext cx="10972800" cy="2685402"/>
          </a:xfrm>
        </p:spPr>
        <p:txBody>
          <a:bodyPr/>
          <a:lstStyle/>
          <a:p>
            <a:pPr marL="152396" marR="0" lvl="0" indent="0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Working of </a:t>
            </a:r>
            <a:r>
              <a:rPr kumimoji="0" lang="en-I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Hunspell</a:t>
            </a:r>
            <a:b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</a:br>
            <a:br>
              <a:rPr kumimoji="0" lang="en-US" sz="40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AFCA1-DF06-A24C-C03C-A438091E3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Spell Checking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Morphological Analysis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Affix File Support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Multi-Language Support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Open Source and Cross-Platform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609585" marR="0" lvl="0" indent="-457189" algn="just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Integration with Software Applications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endParaRPr lang="en-IN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06C8E-AE91-81E4-29AF-FB47587864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73672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87376-BD27-02FD-ADA9-183B8D15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78693"/>
            <a:ext cx="10972800" cy="4525963"/>
          </a:xfrm>
        </p:spPr>
        <p:txBody>
          <a:bodyPr/>
          <a:lstStyle/>
          <a:p>
            <a:pPr marL="152396" indent="0" algn="ctr">
              <a:buNone/>
            </a:pP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S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pell-checker using </a:t>
            </a:r>
            <a:r>
              <a:rPr lang="en-US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Hunspell</a:t>
            </a:r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396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Hunspell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in Python for spell-checking.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measure: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 (edit distance).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minimum single-character edits for corrections.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suggestions based on closest matches in the dictionary.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B1DD7-8F58-9CA4-C460-2C1B0E5CCA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591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620-EFC3-002C-91CE-9806F424F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error detection using BERT Model</a:t>
            </a:r>
          </a:p>
          <a:p>
            <a:pPr marL="152396" indent="0" algn="just">
              <a:buNone/>
            </a:pPr>
            <a:endParaRPr lang="en-IN" sz="26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is a transformer-based neural network architecture designed for understanding the context of words in a sentence.</a:t>
            </a:r>
          </a:p>
          <a:p>
            <a:pPr algn="just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is bidirectional, allowing it to consider both left and right context words simultaneously.</a:t>
            </a:r>
          </a:p>
          <a:p>
            <a:pPr marL="152396" indent="0" algn="just">
              <a:buNone/>
            </a:pPr>
            <a:endParaRPr lang="en-IN" sz="2667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D12AA-D94D-0006-32D3-436297999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22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819451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19D0-5822-9D0D-B8D4-DA044F5C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277" y="708025"/>
            <a:ext cx="10972800" cy="114300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BERT Model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097289-38AC-F8A7-FD75-41E4E5EE836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89058" y="2012950"/>
            <a:ext cx="11613884" cy="4525963"/>
          </a:xfrm>
        </p:spPr>
        <p:txBody>
          <a:bodyPr/>
          <a:lstStyle/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uses Transformer, an attention mechanism that learns contextual relations between words (or sub-words) in a text. 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its vanilla form, Transformer includes two separate mechanisms — an encoder that reads the text input and a decoder that produces a prediction for the task. 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only comprises the encoder mechanism.</a:t>
            </a:r>
          </a:p>
          <a:p>
            <a:pPr marL="67732" indent="0" algn="just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667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78054-E891-40E7-8B3C-1B4278FD33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23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85776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AC02AC-1A91-2DA7-6DAF-3B3488063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/>
            <a:fld id="{00000000-1234-1234-1234-123412341234}" type="slidenum">
              <a:rPr lang="en" kern="0"/>
              <a:pPr defTabSz="1219170"/>
              <a:t>24</a:t>
            </a:fld>
            <a:endParaRPr lang="en" kern="0"/>
          </a:p>
        </p:txBody>
      </p:sp>
      <p:sp>
        <p:nvSpPr>
          <p:cNvPr id="7" name="AutoShape 8" descr="transformers deep learning for Sale OFF62%">
            <a:extLst>
              <a:ext uri="{FF2B5EF4-FFF2-40B4-BE49-F238E27FC236}">
                <a16:creationId xmlns:a16="http://schemas.microsoft.com/office/drawing/2014/main" id="{64FFC276-9AE7-6ECD-ABB2-79FE1C7ED0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>
              <a:buClr>
                <a:srgbClr val="000000"/>
              </a:buClr>
            </a:pPr>
            <a:endParaRPr lang="en-IN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AutoShape 10" descr="transformers deep learning for Sale OFF62%">
            <a:extLst>
              <a:ext uri="{FF2B5EF4-FFF2-40B4-BE49-F238E27FC236}">
                <a16:creationId xmlns:a16="http://schemas.microsoft.com/office/drawing/2014/main" id="{87E7E317-F179-CE3A-4C06-16CD24B40E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>
              <a:buClr>
                <a:srgbClr val="000000"/>
              </a:buClr>
            </a:pPr>
            <a:endParaRPr lang="en-IN"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8B05EB-E69C-12D8-0649-7881743D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859" y="551562"/>
            <a:ext cx="4959882" cy="5348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08BE06-780F-32D6-31B4-AB54611350BC}"/>
              </a:ext>
            </a:extLst>
          </p:cNvPr>
          <p:cNvSpPr txBox="1"/>
          <p:nvPr/>
        </p:nvSpPr>
        <p:spPr>
          <a:xfrm>
            <a:off x="3571507" y="5737929"/>
            <a:ext cx="5861785" cy="91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70" kern="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unga" panose="020B0502040204020203" pitchFamily="34" charset="0"/>
              </a:rPr>
              <a:t>Figure 5- Working of the BERT model</a:t>
            </a:r>
            <a:endParaRPr lang="en-US" sz="267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endParaRPr lang="en-US" sz="2670" dirty="0"/>
          </a:p>
        </p:txBody>
      </p:sp>
    </p:spTree>
    <p:extLst>
      <p:ext uri="{BB962C8B-B14F-4D97-AF65-F5344CB8AC3E}">
        <p14:creationId xmlns:p14="http://schemas.microsoft.com/office/powerpoint/2010/main" val="439874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8CB1A-1238-C9D5-1C3E-1010003104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25</a:t>
            </a:fld>
            <a:endParaRPr lang="en"/>
          </a:p>
        </p:txBody>
      </p:sp>
      <p:pic>
        <p:nvPicPr>
          <p:cNvPr id="5" name="Picture 4" descr="The DistilBERT model architecture and components.">
            <a:extLst>
              <a:ext uri="{FF2B5EF4-FFF2-40B4-BE49-F238E27FC236}">
                <a16:creationId xmlns:a16="http://schemas.microsoft.com/office/drawing/2014/main" id="{0AE6460C-329A-263C-B46F-FB60D2A47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8" y="741145"/>
            <a:ext cx="9898922" cy="4658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4ED679-B636-BB0E-33B4-538E15F211D3}"/>
              </a:ext>
            </a:extLst>
          </p:cNvPr>
          <p:cNvSpPr txBox="1"/>
          <p:nvPr/>
        </p:nvSpPr>
        <p:spPr>
          <a:xfrm>
            <a:off x="2589194" y="5442255"/>
            <a:ext cx="6477803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670" kern="0" spc="1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unga" panose="020B0502040204020203" pitchFamily="34" charset="0"/>
              </a:rPr>
              <a:t>Figure 6- Working of </a:t>
            </a:r>
            <a:r>
              <a:rPr lang="en-IN" sz="2670" kern="0" spc="1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unga" panose="020B0502040204020203" pitchFamily="34" charset="0"/>
              </a:rPr>
              <a:t>DistilBERT</a:t>
            </a:r>
            <a:endParaRPr lang="en-US" sz="2670" kern="1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426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7F1C3-D794-F5B9-3FEB-D84924479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885524"/>
            <a:ext cx="10972800" cy="5240639"/>
          </a:xfrm>
        </p:spPr>
        <p:txBody>
          <a:bodyPr/>
          <a:lstStyle/>
          <a:p>
            <a:pPr algn="just"/>
            <a:r>
              <a:rPr lang="en-US" sz="267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smaller and faster version of BERT.</a:t>
            </a:r>
          </a:p>
          <a:p>
            <a:pPr algn="just"/>
            <a:r>
              <a:rPr lang="en-US" sz="267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40% fewer parameters than BERT-base-uncased.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60% faster while maintaining over 95% of BERT's performance.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efficiency through knowledge distillation technique.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to mimic BERT's representations while being smaller.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reduces inference time.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computationally constrained environments.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BERT's performance on language understanding tasks.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A19A9-4DF0-953F-9A26-47CCF2616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4603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2A82-B291-FACE-EABB-6BAC8CC48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895150"/>
            <a:ext cx="10972800" cy="5231014"/>
          </a:xfrm>
        </p:spPr>
        <p:txBody>
          <a:bodyPr/>
          <a:lstStyle/>
          <a:p>
            <a:pPr marL="152396" indent="0" algn="ctr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rammatical </a:t>
            </a: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rror </a:t>
            </a: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etector</a:t>
            </a:r>
          </a:p>
          <a:p>
            <a:pPr marL="152396" indent="0" algn="just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pre-trained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grammatical error detection.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using a custom dataset of 45,798 sentences.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0 and 1 indicate correct and incorrect sentences.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 focuses on subject-verb agreement criterion.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0D9D3-3DB5-C360-8FC7-BD40FCF4A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3474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3A3F7-0B22-7BBC-8E4F-2419FB68A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358" y="788344"/>
            <a:ext cx="10972800" cy="11430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Error Correction using Rule-based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1F505-C37E-B626-1502-5D22D6D04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30388"/>
            <a:ext cx="10972800" cy="4525963"/>
          </a:xfrm>
        </p:spPr>
        <p:txBody>
          <a:bodyPr/>
          <a:lstStyle/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Subject-verb agreement: Critical aspect of grammar ensuring coherence and clarity in sentences.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on utilizing linguistic rules and patterns specific to Kannada.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subject and verb.</a:t>
            </a:r>
          </a:p>
          <a:p>
            <a:pPr algn="just"/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subject requires a singular verb; plural subject necessitates a plural verb in Kannada.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18195-AAF3-A1B8-F2ED-69FD99E6A6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0926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8FF6C-95A0-E15E-AAFF-9EEDC1316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985" y="892834"/>
            <a:ext cx="10972800" cy="5463517"/>
          </a:xfrm>
        </p:spPr>
        <p:txBody>
          <a:bodyPr/>
          <a:lstStyle/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example illustrating subject-verb agreement in Kannada:</a:t>
            </a:r>
            <a:endParaRPr lang="en-US" sz="2670" kern="1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Singular subject: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ಅವನು ಹೋಗುತ್ತಾನೆ"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avanu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hōguttāne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- "He goes."</a:t>
            </a:r>
            <a:endParaRPr lang="en-US" sz="2670" kern="1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Plural subject: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ಅವರು ಹೋಗುತ್ತಾರೆ"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avaru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hōguttāre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- "They go."</a:t>
            </a:r>
            <a:endParaRPr lang="en-US" sz="2670" kern="1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above examples, the verb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ಹೋಗುತ್ತಾನೆ"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hōguttāne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agrees with the singular subject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ಅವನು"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avanu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and the verb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ಹೋಗುತ್ತಾರೆ"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hōguttāre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agrees with the plural subject "</a:t>
            </a:r>
            <a:r>
              <a:rPr lang="k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ಅವರು" (</a:t>
            </a:r>
            <a:r>
              <a:rPr lang="en-IN" sz="2670" kern="1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avaru</a:t>
            </a:r>
            <a:r>
              <a:rPr lang="en-IN" sz="2670" kern="1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2670" kern="1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6" indent="0" algn="just">
              <a:buNone/>
            </a:pPr>
            <a:endParaRPr lang="en-US" sz="26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A0005-EE90-583D-5431-088BDAD3B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7202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10F67-49F4-DF4B-A3DE-798478162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52902"/>
            <a:ext cx="10972800" cy="5173262"/>
          </a:xfrm>
        </p:spPr>
        <p:txBody>
          <a:bodyPr/>
          <a:lstStyle/>
          <a:p>
            <a:pPr marL="152396" indent="0" algn="ctr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Grammatical </a:t>
            </a: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rror </a:t>
            </a: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orrector</a:t>
            </a:r>
          </a:p>
          <a:p>
            <a:pPr marL="152396" indent="0" algn="just">
              <a:buNone/>
            </a:pPr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 for grammatical error correction.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present and future tenses.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subject and verb by stemming each word.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verb corrections based on the count, gender, and person (first, second or third) of the subject</a:t>
            </a:r>
            <a:r>
              <a:rPr lang="en-US" sz="26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DDA1-21D8-6E5A-A5D0-1AD5003DD8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49300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D991E-4D7B-6E1C-E71D-81DAE3321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33652"/>
            <a:ext cx="10972800" cy="5192512"/>
          </a:xfrm>
        </p:spPr>
        <p:txBody>
          <a:bodyPr/>
          <a:lstStyle/>
          <a:p>
            <a:pPr marL="152396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marL="152396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designed using HTML, CSS, and Bootstrap.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developed using Flask, a Python framework.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seamless interaction between the user and the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EFA6F-5860-93AD-EAE8-36E17CDED0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51116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AFD1-2FED-17D8-30B1-E5ECD630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3410"/>
            <a:ext cx="10972800" cy="1143000"/>
          </a:xfrm>
        </p:spPr>
        <p:txBody>
          <a:bodyPr/>
          <a:lstStyle/>
          <a:p>
            <a:r>
              <a:rPr lang="en-US" sz="4800" b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Results and Discussion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720FB-98C2-476C-0FAC-63A5117E0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28627"/>
            <a:ext cx="10972800" cy="4525963"/>
          </a:xfrm>
        </p:spPr>
        <p:txBody>
          <a:bodyPr/>
          <a:lstStyle/>
          <a:p>
            <a:pPr marL="152396" indent="0" algn="ctr">
              <a:buNone/>
            </a:pPr>
            <a:r>
              <a:rPr lang="en-US" b="1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Spell-checker using </a:t>
            </a:r>
            <a:r>
              <a:rPr lang="en-US" b="1" kern="1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Hunspell</a:t>
            </a:r>
            <a:endParaRPr lang="en-US" b="1" kern="100" dirty="0">
              <a:solidFill>
                <a:srgbClr val="222222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6" indent="0" algn="just">
              <a:buNone/>
            </a:pP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Kannada spell-checker tested with a sample of 20 randomly selected words.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errors in 16 out of the 20 tested words.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an accuracy rate of 80% in error correction.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successful identification and rectification of errors in the majority of tested words.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5DC71-97E3-7537-AA7B-25922D19D9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65186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B255-760F-708B-0567-72BECA4E2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535" y="696583"/>
            <a:ext cx="10972800" cy="11430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Error Detection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4C5CD-C830-1B29-9398-0BC67D908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 algn="just">
              <a:buNone/>
            </a:pP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Kannada grammatical error detection model was trained using </a:t>
            </a:r>
            <a:r>
              <a:rPr lang="en-US" sz="2670" kern="10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DistilBERT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It was able to achieve an accuracy of 92% on the test set containing 5088 sentences. </a:t>
            </a:r>
            <a:endParaRPr lang="en-US" sz="267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52396" indent="0" algn="just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3CD1C-4D62-D1EF-8B51-A511263B83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F95E1-51E2-EE3E-6B05-4A21EF965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97" y="3221966"/>
            <a:ext cx="7110406" cy="231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55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4044-ACC4-1BA5-A39A-5E5C9A37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69950"/>
            <a:ext cx="10972800" cy="1143000"/>
          </a:xfrm>
        </p:spPr>
        <p:txBody>
          <a:bodyPr/>
          <a:lstStyle/>
          <a:p>
            <a:r>
              <a:rPr lang="en-US" sz="3200" b="1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</a:t>
            </a:r>
            <a:r>
              <a:rPr lang="en-US" sz="3200" b="1" kern="100" dirty="0">
                <a:solidFill>
                  <a:srgbClr val="222222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C</a:t>
            </a:r>
            <a:r>
              <a:rPr lang="en-US" sz="3200" b="1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orrection 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60C85-4BA8-F58F-77F6-4FAAFBA23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342" y="2012950"/>
            <a:ext cx="10972800" cy="4525963"/>
          </a:xfrm>
        </p:spPr>
        <p:txBody>
          <a:bodyPr/>
          <a:lstStyle/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with 20 randomly chosen sentences in present and future tense.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expected corrections for 18 out of 20 sentences.</a:t>
            </a:r>
          </a:p>
          <a:p>
            <a:pPr algn="just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accuracy rate of 90%.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7C6AD-0417-1314-0F63-2560CD2715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18627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D27FAC-F9B5-AF1B-9710-4AD2FCDCC8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35</a:t>
            </a:fld>
            <a:endParaRPr lang="e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0A206-A0A3-BC1A-8E3F-17FE34107C30}"/>
              </a:ext>
            </a:extLst>
          </p:cNvPr>
          <p:cNvSpPr txBox="1"/>
          <p:nvPr/>
        </p:nvSpPr>
        <p:spPr>
          <a:xfrm>
            <a:off x="3847022" y="5727519"/>
            <a:ext cx="3741699" cy="50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7- Home page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75596-43D5-1E06-49C5-2E0708E2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9" y="1299411"/>
            <a:ext cx="9519384" cy="430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10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96C633-A9EC-B8E0-7794-3B5F63BD6A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36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2624F4-0824-85F1-A48F-016964AE6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6" y="1030054"/>
            <a:ext cx="4781550" cy="43874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5185A4-7F35-A046-F7ED-8B7452881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343" y="1007545"/>
            <a:ext cx="6646034" cy="2711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851D96-4B0F-6DFC-282D-4788E219A52C}"/>
              </a:ext>
            </a:extLst>
          </p:cNvPr>
          <p:cNvSpPr txBox="1"/>
          <p:nvPr/>
        </p:nvSpPr>
        <p:spPr>
          <a:xfrm>
            <a:off x="240632" y="5505651"/>
            <a:ext cx="4781549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8- </a:t>
            </a:r>
            <a:r>
              <a:rPr lang="en-US" sz="270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Spell-checker input</a:t>
            </a:r>
            <a:endParaRPr lang="en-US" sz="2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CA1E57-EE50-F248-FEF4-B3D9E9116685}"/>
              </a:ext>
            </a:extLst>
          </p:cNvPr>
          <p:cNvSpPr txBox="1"/>
          <p:nvPr/>
        </p:nvSpPr>
        <p:spPr>
          <a:xfrm>
            <a:off x="5232343" y="3955983"/>
            <a:ext cx="5442074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9- </a:t>
            </a:r>
            <a:r>
              <a:rPr lang="en-US" sz="270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Spell-checker output</a:t>
            </a:r>
            <a:endParaRPr lang="en-US" sz="2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4364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96C633-A9EC-B8E0-7794-3B5F63BD6A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37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51D96-4B0F-6DFC-282D-4788E219A52C}"/>
              </a:ext>
            </a:extLst>
          </p:cNvPr>
          <p:cNvSpPr txBox="1"/>
          <p:nvPr/>
        </p:nvSpPr>
        <p:spPr>
          <a:xfrm>
            <a:off x="106935" y="5510030"/>
            <a:ext cx="4781549" cy="64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10- </a:t>
            </a:r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Spell-checker input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CA1E57-EE50-F248-FEF4-B3D9E9116685}"/>
              </a:ext>
            </a:extLst>
          </p:cNvPr>
          <p:cNvSpPr txBox="1"/>
          <p:nvPr/>
        </p:nvSpPr>
        <p:spPr>
          <a:xfrm>
            <a:off x="5222068" y="3514154"/>
            <a:ext cx="5442074" cy="187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670" dirty="0">
              <a:solidFill>
                <a:srgbClr val="222222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670" dirty="0">
              <a:solidFill>
                <a:srgbClr val="222222"/>
              </a:solidFill>
              <a:highlight>
                <a:srgbClr val="FFFFFF"/>
              </a:highlight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</a:t>
            </a:r>
            <a:r>
              <a:rPr lang="en-US" sz="2670" dirty="0">
                <a:solidFill>
                  <a:srgbClr val="222222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11</a:t>
            </a: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  <a:r>
              <a:rPr lang="en-US" sz="267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</a:rPr>
              <a:t>Input file of spell-checker</a:t>
            </a:r>
            <a:endParaRPr lang="en-US" sz="267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017579-8CD6-FCA9-AF8F-6D2748FB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05" y="1468396"/>
            <a:ext cx="3776746" cy="39212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2A6FCE-E60D-DCF3-AC3C-B84324823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625" y="2181012"/>
            <a:ext cx="7406743" cy="2495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6535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C0C94B-F780-70F9-B6A7-1B960C18D4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38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7B4CB-C52E-D7B5-34DE-BD6563864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534" y="1218445"/>
            <a:ext cx="7954271" cy="3198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30AE13-B905-7101-8807-C52A9E9CB691}"/>
              </a:ext>
            </a:extLst>
          </p:cNvPr>
          <p:cNvSpPr txBox="1"/>
          <p:nvPr/>
        </p:nvSpPr>
        <p:spPr>
          <a:xfrm>
            <a:off x="3191774" y="4942936"/>
            <a:ext cx="5891841" cy="780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12- Spell-checker file download</a:t>
            </a:r>
            <a:endParaRPr lang="en-US" sz="267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386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E511F8-A684-CEC2-FF67-FE08EACC98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39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1BFAF-0CED-D8B1-9FD0-A1A278B14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044" y="1324927"/>
            <a:ext cx="8873912" cy="28119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E45CA0-2222-6DFF-FDBB-C157925771B2}"/>
              </a:ext>
            </a:extLst>
          </p:cNvPr>
          <p:cNvSpPr txBox="1"/>
          <p:nvPr/>
        </p:nvSpPr>
        <p:spPr>
          <a:xfrm>
            <a:off x="3089694" y="4511615"/>
            <a:ext cx="6012611" cy="91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7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13– Output file of spell-checker</a:t>
            </a:r>
            <a:endParaRPr lang="en-US" sz="267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26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956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7EEC2-0B0A-540E-533E-F1B669523D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40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713565-CE0A-6BD7-7546-25EE113B2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63" y="968673"/>
            <a:ext cx="4832151" cy="4219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4C76A-43CB-4A5F-ACF9-69B4FFD52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441" y="968674"/>
            <a:ext cx="6582760" cy="2669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4456F0-D969-E737-5080-CD7BCC8EFF9E}"/>
              </a:ext>
            </a:extLst>
          </p:cNvPr>
          <p:cNvSpPr txBox="1"/>
          <p:nvPr/>
        </p:nvSpPr>
        <p:spPr>
          <a:xfrm>
            <a:off x="240363" y="5279786"/>
            <a:ext cx="4832151" cy="1272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14- </a:t>
            </a:r>
            <a:r>
              <a:rPr lang="en-US" sz="270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detector input</a:t>
            </a:r>
            <a:endParaRPr lang="en-US" sz="2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ACCD1-DF8A-8D34-E2B2-00CE0BC3AF73}"/>
              </a:ext>
            </a:extLst>
          </p:cNvPr>
          <p:cNvSpPr txBox="1"/>
          <p:nvPr/>
        </p:nvSpPr>
        <p:spPr>
          <a:xfrm>
            <a:off x="5365441" y="3696101"/>
            <a:ext cx="5222349" cy="1272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15- </a:t>
            </a:r>
            <a:r>
              <a:rPr lang="en-US" sz="270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detector output</a:t>
            </a:r>
            <a:endParaRPr lang="en-US" sz="2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99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F64F5E-D05D-B65A-90BA-90D6F06CE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41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CD0ED-8CE5-A26D-71A4-B5D1DB958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1" y="1160479"/>
            <a:ext cx="4674762" cy="3979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2A0593-1432-CCB8-2FA9-2764AB1F6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85" y="1160479"/>
            <a:ext cx="6602067" cy="27762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19589-6DC2-DA16-EAAA-5DF5040AEB23}"/>
              </a:ext>
            </a:extLst>
          </p:cNvPr>
          <p:cNvSpPr txBox="1"/>
          <p:nvPr/>
        </p:nvSpPr>
        <p:spPr>
          <a:xfrm>
            <a:off x="358741" y="5279786"/>
            <a:ext cx="4674762" cy="1272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16- </a:t>
            </a:r>
            <a:r>
              <a:rPr lang="en-US" sz="270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detector input</a:t>
            </a:r>
            <a:endParaRPr lang="en-US" sz="2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A5A23B-BBBE-F2B3-F5BC-6BBE3C433A13}"/>
              </a:ext>
            </a:extLst>
          </p:cNvPr>
          <p:cNvSpPr txBox="1"/>
          <p:nvPr/>
        </p:nvSpPr>
        <p:spPr>
          <a:xfrm>
            <a:off x="5328385" y="4321742"/>
            <a:ext cx="5663666" cy="1272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17- </a:t>
            </a:r>
            <a:r>
              <a:rPr lang="en-US" sz="2700" kern="1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detector output</a:t>
            </a:r>
            <a:endParaRPr lang="en-US" sz="2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4514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ED628D-860B-0DD1-F64F-BA6DC369BE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42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EED6E-350D-86C7-2B82-B5F1B159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40" y="1049152"/>
            <a:ext cx="4487231" cy="40618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484CDE-689D-C20D-E768-C3C4DF547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859" y="1049152"/>
            <a:ext cx="6665915" cy="27746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99047F-DFDD-38AD-8930-D991BE20F6E6}"/>
              </a:ext>
            </a:extLst>
          </p:cNvPr>
          <p:cNvSpPr txBox="1"/>
          <p:nvPr/>
        </p:nvSpPr>
        <p:spPr>
          <a:xfrm>
            <a:off x="315140" y="5467150"/>
            <a:ext cx="5019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18- </a:t>
            </a:r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corrector input</a:t>
            </a:r>
            <a:endParaRPr lang="en-US" sz="2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9542A-E3A9-8875-A023-F8D7459C3334}"/>
              </a:ext>
            </a:extLst>
          </p:cNvPr>
          <p:cNvSpPr txBox="1"/>
          <p:nvPr/>
        </p:nvSpPr>
        <p:spPr>
          <a:xfrm>
            <a:off x="5419022" y="4318200"/>
            <a:ext cx="5890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Figure 19- </a:t>
            </a:r>
            <a:r>
              <a:rPr lang="en-US" sz="270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Grammatical error corrector output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6256986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448984-485B-BAD3-1EC3-5ED357434D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43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3A61C-F6DD-6F7C-5D89-7500E878364C}"/>
              </a:ext>
            </a:extLst>
          </p:cNvPr>
          <p:cNvSpPr txBox="1"/>
          <p:nvPr/>
        </p:nvSpPr>
        <p:spPr>
          <a:xfrm>
            <a:off x="500513" y="2104022"/>
            <a:ext cx="11348185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Education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Professional writing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Publishing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Language preservation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 in translators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50C10-31CE-F715-CCA5-8E1743F3136A}"/>
              </a:ext>
            </a:extLst>
          </p:cNvPr>
          <p:cNvSpPr txBox="1"/>
          <p:nvPr/>
        </p:nvSpPr>
        <p:spPr>
          <a:xfrm>
            <a:off x="2765125" y="768161"/>
            <a:ext cx="61072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Applications</a:t>
            </a:r>
            <a:br>
              <a:rPr lang="en-US" sz="4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89560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448984-485B-BAD3-1EC3-5ED357434D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44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3A61C-F6DD-6F7C-5D89-7500E878364C}"/>
              </a:ext>
            </a:extLst>
          </p:cNvPr>
          <p:cNvSpPr txBox="1"/>
          <p:nvPr/>
        </p:nvSpPr>
        <p:spPr>
          <a:xfrm>
            <a:off x="500513" y="2104022"/>
            <a:ext cx="1134818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Increasing the lexicon size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Handling irregular verb usage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Handling v</a:t>
            </a:r>
            <a:r>
              <a:rPr lang="en-IN" sz="27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aried tenses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IN" sz="2700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Handling passive voice sentences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US" sz="27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nhancing the generalization capabilities of the </a:t>
            </a:r>
            <a:r>
              <a:rPr lang="en-US" sz="2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distilBERT</a:t>
            </a:r>
            <a:r>
              <a:rPr lang="en-US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model</a:t>
            </a:r>
          </a:p>
          <a:p>
            <a:pPr marL="609596" indent="-457200" algn="just">
              <a:buFont typeface="Arial" panose="020B0604020202020204" pitchFamily="34" charset="0"/>
              <a:buChar char="•"/>
            </a:pPr>
            <a:r>
              <a:rPr lang="en-US" sz="27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educing high false negative rates of </a:t>
            </a:r>
            <a:r>
              <a:rPr lang="en-US" sz="27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distilBERT</a:t>
            </a:r>
            <a:r>
              <a:rPr lang="en-US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when encountering unseen words.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50C10-31CE-F715-CCA5-8E1743F3136A}"/>
              </a:ext>
            </a:extLst>
          </p:cNvPr>
          <p:cNvSpPr txBox="1"/>
          <p:nvPr/>
        </p:nvSpPr>
        <p:spPr>
          <a:xfrm>
            <a:off x="2795948" y="973644"/>
            <a:ext cx="61072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Future Work</a:t>
            </a:r>
            <a:br>
              <a:rPr lang="en-US" sz="4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281014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D4B5-73EF-65D4-AA15-A8A884128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0613"/>
            <a:ext cx="10972800" cy="1095375"/>
          </a:xfrm>
        </p:spPr>
        <p:txBody>
          <a:bodyPr/>
          <a:lstStyle/>
          <a:p>
            <a:r>
              <a:rPr lang="en-IN" sz="4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unga" panose="020B0502040204020203" pitchFamily="34" charset="0"/>
              </a:rPr>
              <a:t>Conclusion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3CABB-6CA5-7EB5-5B6C-A25D0541A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48188"/>
            <a:ext cx="10972800" cy="4525963"/>
          </a:xfrm>
        </p:spPr>
        <p:txBody>
          <a:bodyPr/>
          <a:lstStyle/>
          <a:p>
            <a:pPr marL="152396" indent="0" algn="just">
              <a:buNone/>
            </a:pPr>
            <a:r>
              <a:rPr lang="en-IN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 is aimed at developing a GEC tool for Kannada documents using the BERT model and evaluating its performance. Previously GEC in</a:t>
            </a:r>
            <a:r>
              <a:rPr lang="en-IN" sz="2700" kern="1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Kannada has been done using LSTM and, in this project, it is attempted to do the same using Transformers, with the</a:t>
            </a:r>
            <a:r>
              <a:rPr lang="en-IN" sz="2700" kern="1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</a:t>
            </a:r>
            <a:r>
              <a:rPr lang="en-IN" sz="2700" kern="1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</a:t>
            </a:r>
            <a:r>
              <a:rPr lang="en-IN" sz="2700" kern="100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a</a:t>
            </a:r>
            <a:r>
              <a:rPr lang="en-IN" sz="2700" kern="100" spc="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spell</a:t>
            </a:r>
            <a:r>
              <a:rPr lang="en-IN" sz="2700" kern="1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IN" sz="27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checker.</a:t>
            </a:r>
          </a:p>
          <a:p>
            <a:pPr marL="152396" indent="0" algn="just">
              <a:buNone/>
            </a:pPr>
            <a:endParaRPr lang="en-US" sz="2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80CCB-4275-6585-C68A-77BD60BD7F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4387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131A-A3AE-D03F-2A21-FF70B5F5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3410"/>
            <a:ext cx="10972800" cy="1143000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045CF-639B-04EE-D61A-5ED027B4A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[1] Faisal, A. M. F., Rahman, M. A., &amp; Farah, T. (2021, July). A rule-based </a:t>
            </a:r>
            <a:r>
              <a:rPr lang="en-IN" sz="2400" kern="100" spc="-1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bengali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grammar checker. In </a:t>
            </a:r>
            <a:r>
              <a:rPr lang="en-IN" sz="2400" i="1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2021 Fifth World Conference on Smart Trends in Systems     Security and Sustainability (WorldS4)</a:t>
            </a: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(pp. 113-117). IEEE.</a:t>
            </a:r>
          </a:p>
          <a:p>
            <a:pPr marL="1523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Murugan, S.,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Bakthavatchalam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A., &amp;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Sankarasubbu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(2020).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SymSpell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LSTM based Spell-Checkers for Tamil. </a:t>
            </a:r>
            <a:endParaRPr lang="en-IN" sz="2400" kern="100" spc="-1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[3] Gupta, P. (2020, February). A context-sensitive real-time Spell Checker with language adaptability. In </a:t>
            </a:r>
            <a:r>
              <a:rPr lang="en-IN" sz="2400" i="1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 IEEE 14th International Conference on Semantic Computing (ICSC)</a:t>
            </a: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(pp. 116-122). IEEE.</a:t>
            </a:r>
          </a:p>
          <a:p>
            <a:pPr marL="152396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Azmi, A. M., </a:t>
            </a:r>
            <a:r>
              <a:rPr lang="en-IN" sz="2400" kern="100" spc="-1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Almutery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M. N., &amp; </a:t>
            </a:r>
            <a:r>
              <a:rPr lang="en-IN" sz="2400" kern="100" spc="-1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Aboalsamh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H. A. (2019). Real-word errors in Arabic texts: A better algorithm for detection and correction. </a:t>
            </a:r>
            <a:r>
              <a:rPr lang="en-IN" sz="2400" i="1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IEEE/ACM Transactions on Audio, Speech, and Language Processing</a:t>
            </a: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i="1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(8), 1308-1320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endParaRPr lang="en-IN" sz="2400" kern="1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46" indent="-514350">
              <a:buFont typeface="+mj-lt"/>
              <a:buAutoNum type="arabicPeriod"/>
            </a:pPr>
            <a:endParaRPr lang="en-IN" kern="100" spc="-1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46" indent="-514350">
              <a:buFont typeface="+mj-lt"/>
              <a:buAutoNum type="arabicPeriod"/>
            </a:pPr>
            <a:endParaRPr lang="en-IN" kern="100" spc="-1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46" indent="-514350">
              <a:buFont typeface="+mj-lt"/>
              <a:buAutoNum type="arabicPeriod"/>
            </a:pPr>
            <a:endParaRPr lang="en-IN" sz="3200" kern="1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46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4EEC-BA8E-D72E-0F07-ED737BA75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28088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B84C1-1EC2-C859-8E51-FC068ED8D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894422"/>
            <a:ext cx="10972800" cy="5461929"/>
          </a:xfrm>
        </p:spPr>
        <p:txBody>
          <a:bodyPr/>
          <a:lstStyle/>
          <a:p>
            <a:pPr marL="152396" indent="0">
              <a:buNone/>
            </a:pP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Aziz, R., Anwar, M. W., Jamal, M. H., &amp; Bajwa, U. I. (2021). A hybrid model for spelling error detection and correction for Urdu language. </a:t>
            </a:r>
            <a:r>
              <a:rPr lang="en-IN" sz="2400" i="1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 Computing and Applications</a:t>
            </a: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i="1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14707-14721.</a:t>
            </a:r>
          </a:p>
          <a:p>
            <a:pPr marL="152396" indent="0">
              <a:buNone/>
            </a:pP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IN" sz="2400" kern="100" spc="-1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Gondaliya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Y., </a:t>
            </a:r>
            <a:r>
              <a:rPr lang="en-IN" sz="2400" kern="100" spc="-1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Kalariya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P., Panchal, B. Y., &amp; Nayak, A. (2022). A Rule-based Grammar and Spell Checking.</a:t>
            </a:r>
          </a:p>
          <a:p>
            <a:pPr marL="152396" indent="0">
              <a:buNone/>
            </a:pPr>
            <a:r>
              <a:rPr lang="en-IN" sz="2400" kern="100" spc="-1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Q., &amp; Tan, Y. (2020, July). Grammatical error detection with self attention by pairwise training. In 2020 International Joint Conference on Neural Networks (IJCNN) (pp. 1-7). IEEE.</a:t>
            </a:r>
          </a:p>
          <a:p>
            <a:pPr marL="152396" indent="0">
              <a:buNone/>
            </a:pPr>
            <a:r>
              <a:rPr lang="en-US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Hao, S., &amp; Hao, G. (2020, November). A research on online grammar checker system based on neural network model. In Journal of Physics: Conference Series (Vol. 1651, No. 1, p. 012135). IOP Publishing. </a:t>
            </a:r>
            <a:endParaRPr lang="en-IN" sz="2400" kern="1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IN" sz="2400" kern="100" spc="-1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Pabasara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H. M. U., &amp; </a:t>
            </a:r>
            <a:r>
              <a:rPr lang="en-IN" sz="2400" kern="100" spc="-1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Jayalal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 (2020, September). Grammatical error detection and  correction model for Sinhala language sentences. In </a:t>
            </a:r>
            <a:r>
              <a:rPr lang="en-IN" sz="2400" i="1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 International Research Conference on Smart Computing and Systems Engineering (SCSE)</a:t>
            </a: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(pp. 17-24). IEEE.</a:t>
            </a:r>
          </a:p>
          <a:p>
            <a:pPr marL="152396" indent="0">
              <a:buNone/>
            </a:pPr>
            <a:endParaRPr lang="en-IN" sz="2400" kern="1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36664-5FAC-1A16-0F49-8E89B30978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896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B84C1-1EC2-C859-8E51-FC068ED8D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519" y="1076984"/>
            <a:ext cx="10972800" cy="5461929"/>
          </a:xfrm>
        </p:spPr>
        <p:txBody>
          <a:bodyPr/>
          <a:lstStyle/>
          <a:p>
            <a:pPr marL="152396" indent="0">
              <a:buNone/>
            </a:pP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[10] Saluja, R., </a:t>
            </a:r>
            <a:r>
              <a:rPr lang="en-IN" sz="2400" kern="100" spc="-1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Adiga</a:t>
            </a:r>
            <a:r>
              <a:rPr lang="en-IN" sz="2400" kern="100" spc="-1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D., Chaudhuri, P., Ramakrishnan, G., &amp; Carman, M. (2017, November). Error detection and corrections in Indic OCR using LSTMs. In </a:t>
            </a:r>
            <a:r>
              <a:rPr lang="en-IN" sz="2400" i="1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2017 14th IAPR International Conference on Document Analysis and Recognition (ICDAR)</a:t>
            </a:r>
            <a:r>
              <a:rPr lang="en-IN" sz="2400" kern="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(Vol. 1, pp. 17-22). IEEE.</a:t>
            </a:r>
          </a:p>
          <a:p>
            <a:pPr marL="152396" indent="0">
              <a:buNone/>
            </a:pPr>
            <a:endParaRPr lang="en-IN" sz="2400" kern="1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36664-5FAC-1A16-0F49-8E89B30978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51867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12862</TotalTime>
  <Words>2223</Words>
  <Application>Microsoft Office PowerPoint</Application>
  <PresentationFormat>Widescreen</PresentationFormat>
  <Paragraphs>342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Arial</vt:lpstr>
      <vt:lpstr>Calibri</vt:lpstr>
      <vt:lpstr>Symbol</vt:lpstr>
      <vt:lpstr>Times New Roman</vt:lpstr>
      <vt:lpstr>1_Office Theme</vt:lpstr>
      <vt:lpstr> Team Members: Ananya M                             01JST20IS008 Dhanya V Hegde                  01JST20IS016 Dhanika Gowda D                01JST20IS054 </vt:lpstr>
      <vt:lpstr>PowerPoint Presentation</vt:lpstr>
      <vt:lpstr>Challenges and Open Issues Identified</vt:lpstr>
      <vt:lpstr>Problem Statement </vt:lpstr>
      <vt:lpstr>Objectives</vt:lpstr>
      <vt:lpstr>Scope</vt:lpstr>
      <vt:lpstr>Literature Review </vt:lpstr>
      <vt:lpstr>PowerPoint Presentation</vt:lpstr>
      <vt:lpstr>PowerPoint Presentation</vt:lpstr>
      <vt:lpstr>System Requirements</vt:lpstr>
      <vt:lpstr>Software Requirements</vt:lpstr>
      <vt:lpstr>PowerPoint Presentation</vt:lpstr>
      <vt:lpstr>Non-functional Requirements </vt:lpstr>
      <vt:lpstr>PowerPoint Presentation</vt:lpstr>
      <vt:lpstr>System Design</vt:lpstr>
      <vt:lpstr>Low-Level Design </vt:lpstr>
      <vt:lpstr>PowerPoint Presentation</vt:lpstr>
      <vt:lpstr>Grammatical error correction</vt:lpstr>
      <vt:lpstr>System Implementation</vt:lpstr>
      <vt:lpstr>Working of Hunspell  </vt:lpstr>
      <vt:lpstr>PowerPoint Presentation</vt:lpstr>
      <vt:lpstr>PowerPoint Presentation</vt:lpstr>
      <vt:lpstr>Working of the BERT Model</vt:lpstr>
      <vt:lpstr>PowerPoint Presentation</vt:lpstr>
      <vt:lpstr>PowerPoint Presentation</vt:lpstr>
      <vt:lpstr>PowerPoint Presentation</vt:lpstr>
      <vt:lpstr>PowerPoint Presentation</vt:lpstr>
      <vt:lpstr>Grammatical Error Correction using Rule-based approach</vt:lpstr>
      <vt:lpstr>PowerPoint Presentation</vt:lpstr>
      <vt:lpstr>PowerPoint Presentation</vt:lpstr>
      <vt:lpstr>PowerPoint Presentation</vt:lpstr>
      <vt:lpstr>Results and Discussion</vt:lpstr>
      <vt:lpstr>Grammatical Error Detection </vt:lpstr>
      <vt:lpstr>Grammatical Error Correction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  <vt:lpstr>Bibliography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Team Members:  Ananya M                             01JST20IS008 Dhanya V Hegde                  01JST20IS016 Dhanika Gowda D                01JST20IS054 </dc:title>
  <dc:creator>Ananya M</dc:creator>
  <cp:lastModifiedBy>Ananya M</cp:lastModifiedBy>
  <cp:revision>28</cp:revision>
  <dcterms:created xsi:type="dcterms:W3CDTF">2024-02-01T17:08:52Z</dcterms:created>
  <dcterms:modified xsi:type="dcterms:W3CDTF">2024-06-01T07:47:13Z</dcterms:modified>
</cp:coreProperties>
</file>